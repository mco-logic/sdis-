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3" r:id="rId4"/>
    <p:sldId id="265" r:id="rId5"/>
    <p:sldId id="261" r:id="rId6"/>
    <p:sldId id="262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86525C-3701-472B-8CF9-34B45DF88CE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C6725D-950F-4574-8FF6-0D3DDCD9E29B}">
      <dgm:prSet/>
      <dgm:spPr/>
      <dgm:t>
        <a:bodyPr/>
        <a:lstStyle/>
        <a:p>
          <a:r>
            <a:rPr lang="en-ZA" b="1" dirty="0"/>
            <a:t>-</a:t>
          </a:r>
          <a:r>
            <a:rPr lang="en-Z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Physical dockets get lost, misplaced, or damaged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gm:t>
    </dgm:pt>
    <dgm:pt modelId="{7B6F5C75-7230-4D11-821A-3D00C0FD7CE8}" type="parTrans" cxnId="{F00CEB92-66DB-4581-A747-316264386B8A}">
      <dgm:prSet/>
      <dgm:spPr/>
      <dgm:t>
        <a:bodyPr/>
        <a:lstStyle/>
        <a:p>
          <a:endParaRPr lang="en-US"/>
        </a:p>
      </dgm:t>
    </dgm:pt>
    <dgm:pt modelId="{AB39379B-DF3F-4E34-8202-3D91FEF13780}" type="sibTrans" cxnId="{F00CEB92-66DB-4581-A747-316264386B8A}">
      <dgm:prSet/>
      <dgm:spPr/>
      <dgm:t>
        <a:bodyPr/>
        <a:lstStyle/>
        <a:p>
          <a:endParaRPr lang="en-US"/>
        </a:p>
      </dgm:t>
    </dgm:pt>
    <dgm:pt modelId="{8642AF68-2686-474E-9002-4EEE69D7F4AB}">
      <dgm:prSet/>
      <dgm:spPr/>
      <dgm:t>
        <a:bodyPr/>
        <a:lstStyle/>
        <a:p>
          <a:r>
            <a:rPr lang="en-ZA" b="1" dirty="0"/>
            <a:t>-</a:t>
          </a:r>
          <a:r>
            <a:rPr lang="en-Z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Case information becomes incomplete or inaccessible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gm:t>
    </dgm:pt>
    <dgm:pt modelId="{95B6E690-3074-442E-B058-4E6108A3B8E7}" type="parTrans" cxnId="{18F3BA7B-3540-4444-B736-D3E6A584A1AE}">
      <dgm:prSet/>
      <dgm:spPr/>
      <dgm:t>
        <a:bodyPr/>
        <a:lstStyle/>
        <a:p>
          <a:endParaRPr lang="en-US"/>
        </a:p>
      </dgm:t>
    </dgm:pt>
    <dgm:pt modelId="{65C0EAD7-3367-4ED4-A6A3-E30B09934933}" type="sibTrans" cxnId="{18F3BA7B-3540-4444-B736-D3E6A584A1AE}">
      <dgm:prSet/>
      <dgm:spPr/>
      <dgm:t>
        <a:bodyPr/>
        <a:lstStyle/>
        <a:p>
          <a:endParaRPr lang="en-US"/>
        </a:p>
      </dgm:t>
    </dgm:pt>
    <dgm:pt modelId="{E98D4BE0-0DBC-4EB2-9FBD-0F04B1DB6D02}">
      <dgm:prSet/>
      <dgm:spPr/>
      <dgm:t>
        <a:bodyPr/>
        <a:lstStyle/>
        <a:p>
          <a:r>
            <a:rPr lang="en-ZA" b="1" dirty="0"/>
            <a:t>-</a:t>
          </a:r>
          <a:r>
            <a:rPr lang="en-ZA" b="1" dirty="0">
              <a:latin typeface="Bell MT" panose="02020503060305020303" pitchFamily="18" charset="0"/>
            </a:rPr>
            <a:t>Investigations are delayed or abandoned </a:t>
          </a:r>
          <a:endParaRPr lang="en-US" dirty="0">
            <a:latin typeface="Bell MT" panose="02020503060305020303" pitchFamily="18" charset="0"/>
          </a:endParaRPr>
        </a:p>
      </dgm:t>
    </dgm:pt>
    <dgm:pt modelId="{2BB65354-F4FD-44AC-B2F7-0B2F60DBFADB}" type="parTrans" cxnId="{66DE8EE0-6163-4537-A939-58430B66DE85}">
      <dgm:prSet/>
      <dgm:spPr/>
      <dgm:t>
        <a:bodyPr/>
        <a:lstStyle/>
        <a:p>
          <a:endParaRPr lang="en-US"/>
        </a:p>
      </dgm:t>
    </dgm:pt>
    <dgm:pt modelId="{C4D0E0CD-1734-47D0-BADE-F5A78F4046BD}" type="sibTrans" cxnId="{66DE8EE0-6163-4537-A939-58430B66DE85}">
      <dgm:prSet/>
      <dgm:spPr/>
      <dgm:t>
        <a:bodyPr/>
        <a:lstStyle/>
        <a:p>
          <a:endParaRPr lang="en-US"/>
        </a:p>
      </dgm:t>
    </dgm:pt>
    <dgm:pt modelId="{4EC5D80F-1F7F-4EED-83EA-BE48B1554C66}">
      <dgm:prSet/>
      <dgm:spPr/>
      <dgm:t>
        <a:bodyPr/>
        <a:lstStyle/>
        <a:p>
          <a:r>
            <a:rPr lang="en-ZA" b="1" dirty="0">
              <a:latin typeface="Bell MT" panose="02020503060305020303" pitchFamily="18" charset="0"/>
            </a:rPr>
            <a:t>-No reliable tracking of case movement </a:t>
          </a:r>
          <a:endParaRPr lang="en-US" dirty="0">
            <a:latin typeface="Bell MT" panose="02020503060305020303" pitchFamily="18" charset="0"/>
          </a:endParaRPr>
        </a:p>
      </dgm:t>
    </dgm:pt>
    <dgm:pt modelId="{E7AA37B8-321F-4C48-AB03-5099F7B4CC56}" type="parTrans" cxnId="{78041E61-8AE7-4F02-BF63-C170C895BDD8}">
      <dgm:prSet/>
      <dgm:spPr/>
      <dgm:t>
        <a:bodyPr/>
        <a:lstStyle/>
        <a:p>
          <a:endParaRPr lang="en-US"/>
        </a:p>
      </dgm:t>
    </dgm:pt>
    <dgm:pt modelId="{564A222B-2A83-4185-ABED-CF3FD70273A9}" type="sibTrans" cxnId="{78041E61-8AE7-4F02-BF63-C170C895BDD8}">
      <dgm:prSet/>
      <dgm:spPr/>
      <dgm:t>
        <a:bodyPr/>
        <a:lstStyle/>
        <a:p>
          <a:endParaRPr lang="en-US"/>
        </a:p>
      </dgm:t>
    </dgm:pt>
    <dgm:pt modelId="{11A3B25B-CB8C-41AA-BB58-35B7EB0D09CB}" type="pres">
      <dgm:prSet presAssocID="{4886525C-3701-472B-8CF9-34B45DF88CE0}" presName="diagram" presStyleCnt="0">
        <dgm:presLayoutVars>
          <dgm:dir/>
          <dgm:resizeHandles val="exact"/>
        </dgm:presLayoutVars>
      </dgm:prSet>
      <dgm:spPr/>
    </dgm:pt>
    <dgm:pt modelId="{D763280D-8638-4152-BB06-C1CEBDB7871D}" type="pres">
      <dgm:prSet presAssocID="{8DC6725D-950F-4574-8FF6-0D3DDCD9E29B}" presName="node" presStyleLbl="node1" presStyleIdx="0" presStyleCnt="4">
        <dgm:presLayoutVars>
          <dgm:bulletEnabled val="1"/>
        </dgm:presLayoutVars>
      </dgm:prSet>
      <dgm:spPr/>
    </dgm:pt>
    <dgm:pt modelId="{7F20BCAD-2247-41B5-A29B-A5920A2839A4}" type="pres">
      <dgm:prSet presAssocID="{AB39379B-DF3F-4E34-8202-3D91FEF13780}" presName="sibTrans" presStyleLbl="sibTrans2D1" presStyleIdx="0" presStyleCnt="3"/>
      <dgm:spPr/>
    </dgm:pt>
    <dgm:pt modelId="{5427471F-82CD-44C6-A725-4191E55E75C6}" type="pres">
      <dgm:prSet presAssocID="{AB39379B-DF3F-4E34-8202-3D91FEF13780}" presName="connectorText" presStyleLbl="sibTrans2D1" presStyleIdx="0" presStyleCnt="3"/>
      <dgm:spPr/>
    </dgm:pt>
    <dgm:pt modelId="{8F0306DE-37BC-46C1-BB02-F5AE2096F7C5}" type="pres">
      <dgm:prSet presAssocID="{8642AF68-2686-474E-9002-4EEE69D7F4AB}" presName="node" presStyleLbl="node1" presStyleIdx="1" presStyleCnt="4">
        <dgm:presLayoutVars>
          <dgm:bulletEnabled val="1"/>
        </dgm:presLayoutVars>
      </dgm:prSet>
      <dgm:spPr/>
    </dgm:pt>
    <dgm:pt modelId="{3188682A-39FC-45BD-B4A9-70F6D00DCA0E}" type="pres">
      <dgm:prSet presAssocID="{65C0EAD7-3367-4ED4-A6A3-E30B09934933}" presName="sibTrans" presStyleLbl="sibTrans2D1" presStyleIdx="1" presStyleCnt="3"/>
      <dgm:spPr/>
    </dgm:pt>
    <dgm:pt modelId="{533577BC-139A-4DB7-87BA-0D2E462C31F6}" type="pres">
      <dgm:prSet presAssocID="{65C0EAD7-3367-4ED4-A6A3-E30B09934933}" presName="connectorText" presStyleLbl="sibTrans2D1" presStyleIdx="1" presStyleCnt="3"/>
      <dgm:spPr/>
    </dgm:pt>
    <dgm:pt modelId="{EAEA7C73-B563-4C3E-8D0A-CB2A253D0355}" type="pres">
      <dgm:prSet presAssocID="{E98D4BE0-0DBC-4EB2-9FBD-0F04B1DB6D02}" presName="node" presStyleLbl="node1" presStyleIdx="2" presStyleCnt="4">
        <dgm:presLayoutVars>
          <dgm:bulletEnabled val="1"/>
        </dgm:presLayoutVars>
      </dgm:prSet>
      <dgm:spPr/>
    </dgm:pt>
    <dgm:pt modelId="{08F9D1F3-9E27-4797-9D97-A56EAA39B381}" type="pres">
      <dgm:prSet presAssocID="{C4D0E0CD-1734-47D0-BADE-F5A78F4046BD}" presName="sibTrans" presStyleLbl="sibTrans2D1" presStyleIdx="2" presStyleCnt="3"/>
      <dgm:spPr/>
    </dgm:pt>
    <dgm:pt modelId="{8B92E091-8BEF-499D-B3C6-56302295F6E5}" type="pres">
      <dgm:prSet presAssocID="{C4D0E0CD-1734-47D0-BADE-F5A78F4046BD}" presName="connectorText" presStyleLbl="sibTrans2D1" presStyleIdx="2" presStyleCnt="3"/>
      <dgm:spPr/>
    </dgm:pt>
    <dgm:pt modelId="{33F6E4BF-F5CE-4A57-A715-697341F7FC7C}" type="pres">
      <dgm:prSet presAssocID="{4EC5D80F-1F7F-4EED-83EA-BE48B1554C66}" presName="node" presStyleLbl="node1" presStyleIdx="3" presStyleCnt="4">
        <dgm:presLayoutVars>
          <dgm:bulletEnabled val="1"/>
        </dgm:presLayoutVars>
      </dgm:prSet>
      <dgm:spPr/>
    </dgm:pt>
  </dgm:ptLst>
  <dgm:cxnLst>
    <dgm:cxn modelId="{8B048B3A-58A0-4447-96F8-9B1B331BCCCE}" type="presOf" srcId="{8642AF68-2686-474E-9002-4EEE69D7F4AB}" destId="{8F0306DE-37BC-46C1-BB02-F5AE2096F7C5}" srcOrd="0" destOrd="0" presId="urn:microsoft.com/office/officeart/2005/8/layout/process5"/>
    <dgm:cxn modelId="{58F8E95C-A2AF-4B24-A415-A97414611DF7}" type="presOf" srcId="{E98D4BE0-0DBC-4EB2-9FBD-0F04B1DB6D02}" destId="{EAEA7C73-B563-4C3E-8D0A-CB2A253D0355}" srcOrd="0" destOrd="0" presId="urn:microsoft.com/office/officeart/2005/8/layout/process5"/>
    <dgm:cxn modelId="{78041E61-8AE7-4F02-BF63-C170C895BDD8}" srcId="{4886525C-3701-472B-8CF9-34B45DF88CE0}" destId="{4EC5D80F-1F7F-4EED-83EA-BE48B1554C66}" srcOrd="3" destOrd="0" parTransId="{E7AA37B8-321F-4C48-AB03-5099F7B4CC56}" sibTransId="{564A222B-2A83-4185-ABED-CF3FD70273A9}"/>
    <dgm:cxn modelId="{6BD94859-6EA8-434F-BD35-54C7D54C7146}" type="presOf" srcId="{C4D0E0CD-1734-47D0-BADE-F5A78F4046BD}" destId="{8B92E091-8BEF-499D-B3C6-56302295F6E5}" srcOrd="1" destOrd="0" presId="urn:microsoft.com/office/officeart/2005/8/layout/process5"/>
    <dgm:cxn modelId="{18F3BA7B-3540-4444-B736-D3E6A584A1AE}" srcId="{4886525C-3701-472B-8CF9-34B45DF88CE0}" destId="{8642AF68-2686-474E-9002-4EEE69D7F4AB}" srcOrd="1" destOrd="0" parTransId="{95B6E690-3074-442E-B058-4E6108A3B8E7}" sibTransId="{65C0EAD7-3367-4ED4-A6A3-E30B09934933}"/>
    <dgm:cxn modelId="{F00CEB92-66DB-4581-A747-316264386B8A}" srcId="{4886525C-3701-472B-8CF9-34B45DF88CE0}" destId="{8DC6725D-950F-4574-8FF6-0D3DDCD9E29B}" srcOrd="0" destOrd="0" parTransId="{7B6F5C75-7230-4D11-821A-3D00C0FD7CE8}" sibTransId="{AB39379B-DF3F-4E34-8202-3D91FEF13780}"/>
    <dgm:cxn modelId="{BCE36996-FEEC-43E6-8893-55823B305894}" type="presOf" srcId="{AB39379B-DF3F-4E34-8202-3D91FEF13780}" destId="{7F20BCAD-2247-41B5-A29B-A5920A2839A4}" srcOrd="0" destOrd="0" presId="urn:microsoft.com/office/officeart/2005/8/layout/process5"/>
    <dgm:cxn modelId="{54E51BAA-2BEA-4759-B1DE-D98E70D10E9C}" type="presOf" srcId="{65C0EAD7-3367-4ED4-A6A3-E30B09934933}" destId="{3188682A-39FC-45BD-B4A9-70F6D00DCA0E}" srcOrd="0" destOrd="0" presId="urn:microsoft.com/office/officeart/2005/8/layout/process5"/>
    <dgm:cxn modelId="{60C46EC9-B319-4B0E-B285-DC06C0C21CCD}" type="presOf" srcId="{C4D0E0CD-1734-47D0-BADE-F5A78F4046BD}" destId="{08F9D1F3-9E27-4797-9D97-A56EAA39B381}" srcOrd="0" destOrd="0" presId="urn:microsoft.com/office/officeart/2005/8/layout/process5"/>
    <dgm:cxn modelId="{65F97BD2-4A63-4111-AD69-0E16549C0344}" type="presOf" srcId="{4886525C-3701-472B-8CF9-34B45DF88CE0}" destId="{11A3B25B-CB8C-41AA-BB58-35B7EB0D09CB}" srcOrd="0" destOrd="0" presId="urn:microsoft.com/office/officeart/2005/8/layout/process5"/>
    <dgm:cxn modelId="{B6ADE9D5-5D52-4370-BF52-9FDFD61220BC}" type="presOf" srcId="{8DC6725D-950F-4574-8FF6-0D3DDCD9E29B}" destId="{D763280D-8638-4152-BB06-C1CEBDB7871D}" srcOrd="0" destOrd="0" presId="urn:microsoft.com/office/officeart/2005/8/layout/process5"/>
    <dgm:cxn modelId="{66DE8EE0-6163-4537-A939-58430B66DE85}" srcId="{4886525C-3701-472B-8CF9-34B45DF88CE0}" destId="{E98D4BE0-0DBC-4EB2-9FBD-0F04B1DB6D02}" srcOrd="2" destOrd="0" parTransId="{2BB65354-F4FD-44AC-B2F7-0B2F60DBFADB}" sibTransId="{C4D0E0CD-1734-47D0-BADE-F5A78F4046BD}"/>
    <dgm:cxn modelId="{355554F0-0CC5-46D8-ACA3-290703C5C94D}" type="presOf" srcId="{4EC5D80F-1F7F-4EED-83EA-BE48B1554C66}" destId="{33F6E4BF-F5CE-4A57-A715-697341F7FC7C}" srcOrd="0" destOrd="0" presId="urn:microsoft.com/office/officeart/2005/8/layout/process5"/>
    <dgm:cxn modelId="{5942F7F2-F2AE-460E-BDA9-96F70AB5C6FC}" type="presOf" srcId="{65C0EAD7-3367-4ED4-A6A3-E30B09934933}" destId="{533577BC-139A-4DB7-87BA-0D2E462C31F6}" srcOrd="1" destOrd="0" presId="urn:microsoft.com/office/officeart/2005/8/layout/process5"/>
    <dgm:cxn modelId="{1E35D6FB-D4CA-4C5C-8B01-3DC363A21914}" type="presOf" srcId="{AB39379B-DF3F-4E34-8202-3D91FEF13780}" destId="{5427471F-82CD-44C6-A725-4191E55E75C6}" srcOrd="1" destOrd="0" presId="urn:microsoft.com/office/officeart/2005/8/layout/process5"/>
    <dgm:cxn modelId="{CC76AE41-0FBF-4E46-A15C-F881DE00E3BF}" type="presParOf" srcId="{11A3B25B-CB8C-41AA-BB58-35B7EB0D09CB}" destId="{D763280D-8638-4152-BB06-C1CEBDB7871D}" srcOrd="0" destOrd="0" presId="urn:microsoft.com/office/officeart/2005/8/layout/process5"/>
    <dgm:cxn modelId="{411C7049-8C46-46DF-BD73-5E3B1D3A8417}" type="presParOf" srcId="{11A3B25B-CB8C-41AA-BB58-35B7EB0D09CB}" destId="{7F20BCAD-2247-41B5-A29B-A5920A2839A4}" srcOrd="1" destOrd="0" presId="urn:microsoft.com/office/officeart/2005/8/layout/process5"/>
    <dgm:cxn modelId="{C8AD2E12-8965-4223-BD0A-CEE0A8942781}" type="presParOf" srcId="{7F20BCAD-2247-41B5-A29B-A5920A2839A4}" destId="{5427471F-82CD-44C6-A725-4191E55E75C6}" srcOrd="0" destOrd="0" presId="urn:microsoft.com/office/officeart/2005/8/layout/process5"/>
    <dgm:cxn modelId="{D38E081B-27B8-4F2E-A7BE-1DC8E307713D}" type="presParOf" srcId="{11A3B25B-CB8C-41AA-BB58-35B7EB0D09CB}" destId="{8F0306DE-37BC-46C1-BB02-F5AE2096F7C5}" srcOrd="2" destOrd="0" presId="urn:microsoft.com/office/officeart/2005/8/layout/process5"/>
    <dgm:cxn modelId="{77ABB207-BA26-4975-8CE4-D48D549CD824}" type="presParOf" srcId="{11A3B25B-CB8C-41AA-BB58-35B7EB0D09CB}" destId="{3188682A-39FC-45BD-B4A9-70F6D00DCA0E}" srcOrd="3" destOrd="0" presId="urn:microsoft.com/office/officeart/2005/8/layout/process5"/>
    <dgm:cxn modelId="{E99A85F8-D21C-415F-BB5F-27D6DD38A9EC}" type="presParOf" srcId="{3188682A-39FC-45BD-B4A9-70F6D00DCA0E}" destId="{533577BC-139A-4DB7-87BA-0D2E462C31F6}" srcOrd="0" destOrd="0" presId="urn:microsoft.com/office/officeart/2005/8/layout/process5"/>
    <dgm:cxn modelId="{15934C93-C1A6-4827-AE15-7B26AE3255C3}" type="presParOf" srcId="{11A3B25B-CB8C-41AA-BB58-35B7EB0D09CB}" destId="{EAEA7C73-B563-4C3E-8D0A-CB2A253D0355}" srcOrd="4" destOrd="0" presId="urn:microsoft.com/office/officeart/2005/8/layout/process5"/>
    <dgm:cxn modelId="{6C85E512-F401-4A3A-B52F-4C70EBB47DE7}" type="presParOf" srcId="{11A3B25B-CB8C-41AA-BB58-35B7EB0D09CB}" destId="{08F9D1F3-9E27-4797-9D97-A56EAA39B381}" srcOrd="5" destOrd="0" presId="urn:microsoft.com/office/officeart/2005/8/layout/process5"/>
    <dgm:cxn modelId="{92849A69-7F96-4881-93EF-B9FF261FD8AC}" type="presParOf" srcId="{08F9D1F3-9E27-4797-9D97-A56EAA39B381}" destId="{8B92E091-8BEF-499D-B3C6-56302295F6E5}" srcOrd="0" destOrd="0" presId="urn:microsoft.com/office/officeart/2005/8/layout/process5"/>
    <dgm:cxn modelId="{F1B07224-1D68-469A-A23E-66D377813A31}" type="presParOf" srcId="{11A3B25B-CB8C-41AA-BB58-35B7EB0D09CB}" destId="{33F6E4BF-F5CE-4A57-A715-697341F7FC7C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2B5944-8568-4700-ADEA-6776043BB9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350F52-5BC4-46FF-8ED6-4FE191A7F89D}">
      <dgm:prSet/>
      <dgm:spPr/>
      <dgm:t>
        <a:bodyPr/>
        <a:lstStyle/>
        <a:p>
          <a:r>
            <a:rPr lang="en-ZA" b="1" dirty="0"/>
            <a:t>-</a:t>
          </a:r>
          <a:r>
            <a:rPr lang="en-Z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Each case gets a unique ID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gm:t>
    </dgm:pt>
    <dgm:pt modelId="{9E247B10-CD90-42F7-8829-881616F976F0}" type="parTrans" cxnId="{DC9FB528-40CF-4844-BCF7-EE7353B51182}">
      <dgm:prSet/>
      <dgm:spPr/>
      <dgm:t>
        <a:bodyPr/>
        <a:lstStyle/>
        <a:p>
          <a:endParaRPr lang="en-US"/>
        </a:p>
      </dgm:t>
    </dgm:pt>
    <dgm:pt modelId="{28028C41-A8F2-482E-86C4-607848CD67E6}" type="sibTrans" cxnId="{DC9FB528-40CF-4844-BCF7-EE7353B51182}">
      <dgm:prSet/>
      <dgm:spPr/>
      <dgm:t>
        <a:bodyPr/>
        <a:lstStyle/>
        <a:p>
          <a:endParaRPr lang="en-US"/>
        </a:p>
      </dgm:t>
    </dgm:pt>
    <dgm:pt modelId="{C15E2E0C-389C-407F-857D-163D7C1780E5}">
      <dgm:prSet/>
      <dgm:spPr/>
      <dgm:t>
        <a:bodyPr/>
        <a:lstStyle/>
        <a:p>
          <a:r>
            <a:rPr lang="en-ZA" b="1" dirty="0"/>
            <a:t>-</a:t>
          </a:r>
          <a:r>
            <a:rPr lang="en-Z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All evidence is linked to that ID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gm:t>
    </dgm:pt>
    <dgm:pt modelId="{3B2399C4-E7A4-4922-867E-1D34CF89B7AB}" type="parTrans" cxnId="{EEC485FD-7384-4531-9575-FFC8D39DE7AD}">
      <dgm:prSet/>
      <dgm:spPr/>
      <dgm:t>
        <a:bodyPr/>
        <a:lstStyle/>
        <a:p>
          <a:endParaRPr lang="en-US"/>
        </a:p>
      </dgm:t>
    </dgm:pt>
    <dgm:pt modelId="{DC2BDCAE-24C0-4E8F-8B79-D8BDF5E29168}" type="sibTrans" cxnId="{EEC485FD-7384-4531-9575-FFC8D39DE7AD}">
      <dgm:prSet/>
      <dgm:spPr/>
      <dgm:t>
        <a:bodyPr/>
        <a:lstStyle/>
        <a:p>
          <a:endParaRPr lang="en-US"/>
        </a:p>
      </dgm:t>
    </dgm:pt>
    <dgm:pt modelId="{DFE6AEE1-F4FF-43FA-8612-C76A95EF8624}">
      <dgm:prSet/>
      <dgm:spPr/>
      <dgm:t>
        <a:bodyPr/>
        <a:lstStyle/>
        <a:p>
          <a:r>
            <a:rPr lang="en-ZA" b="1" dirty="0"/>
            <a:t>-</a:t>
          </a:r>
          <a:r>
            <a:rPr lang="en-Z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Automatic audit logging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gm:t>
    </dgm:pt>
    <dgm:pt modelId="{C2BBC124-B9BC-464F-9DCF-6B7A2A272122}" type="parTrans" cxnId="{0C7B2D26-FC47-4797-B14B-5400C9F27632}">
      <dgm:prSet/>
      <dgm:spPr/>
      <dgm:t>
        <a:bodyPr/>
        <a:lstStyle/>
        <a:p>
          <a:endParaRPr lang="en-US"/>
        </a:p>
      </dgm:t>
    </dgm:pt>
    <dgm:pt modelId="{55F37895-7FCD-4F98-9475-855494BDAD9A}" type="sibTrans" cxnId="{0C7B2D26-FC47-4797-B14B-5400C9F27632}">
      <dgm:prSet/>
      <dgm:spPr/>
      <dgm:t>
        <a:bodyPr/>
        <a:lstStyle/>
        <a:p>
          <a:endParaRPr lang="en-US"/>
        </a:p>
      </dgm:t>
    </dgm:pt>
    <dgm:pt modelId="{842142D5-3054-4FF7-AEA9-81967642D518}">
      <dgm:prSet/>
      <dgm:spPr/>
      <dgm:t>
        <a:bodyPr/>
        <a:lstStyle/>
        <a:p>
          <a:r>
            <a:rPr lang="en-Z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-Centralized digital storage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gm:t>
    </dgm:pt>
    <dgm:pt modelId="{51BF600A-9924-45CE-8A78-1E465715F045}" type="parTrans" cxnId="{3E33FFBE-B987-4850-BCFE-12DF0067B03F}">
      <dgm:prSet/>
      <dgm:spPr/>
      <dgm:t>
        <a:bodyPr/>
        <a:lstStyle/>
        <a:p>
          <a:endParaRPr lang="en-US"/>
        </a:p>
      </dgm:t>
    </dgm:pt>
    <dgm:pt modelId="{12B731D1-DCFC-4132-978A-94BC85D6B998}" type="sibTrans" cxnId="{3E33FFBE-B987-4850-BCFE-12DF0067B03F}">
      <dgm:prSet/>
      <dgm:spPr/>
      <dgm:t>
        <a:bodyPr/>
        <a:lstStyle/>
        <a:p>
          <a:endParaRPr lang="en-US"/>
        </a:p>
      </dgm:t>
    </dgm:pt>
    <dgm:pt modelId="{CC822766-A6DA-40C1-8A57-5946C937F334}" type="pres">
      <dgm:prSet presAssocID="{A32B5944-8568-4700-ADEA-6776043BB9AD}" presName="root" presStyleCnt="0">
        <dgm:presLayoutVars>
          <dgm:dir/>
          <dgm:resizeHandles val="exact"/>
        </dgm:presLayoutVars>
      </dgm:prSet>
      <dgm:spPr/>
    </dgm:pt>
    <dgm:pt modelId="{4B643639-7A68-473B-9A7D-A6B419889FD4}" type="pres">
      <dgm:prSet presAssocID="{7E350F52-5BC4-46FF-8ED6-4FE191A7F89D}" presName="compNode" presStyleCnt="0"/>
      <dgm:spPr/>
    </dgm:pt>
    <dgm:pt modelId="{1629E6C7-A2DA-4F86-98E5-B5C0129D8379}" type="pres">
      <dgm:prSet presAssocID="{7E350F52-5BC4-46FF-8ED6-4FE191A7F89D}" presName="bgRect" presStyleLbl="bgShp" presStyleIdx="0" presStyleCnt="4"/>
      <dgm:spPr/>
    </dgm:pt>
    <dgm:pt modelId="{4E204BD2-429B-4123-865A-430B4161DA0A}" type="pres">
      <dgm:prSet presAssocID="{7E350F52-5BC4-46FF-8ED6-4FE191A7F8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7CB647DE-D36D-4E93-AFE8-B5CBF93DF8B8}" type="pres">
      <dgm:prSet presAssocID="{7E350F52-5BC4-46FF-8ED6-4FE191A7F89D}" presName="spaceRect" presStyleCnt="0"/>
      <dgm:spPr/>
    </dgm:pt>
    <dgm:pt modelId="{46AA78B2-9F41-4B07-8B5C-D59517247A03}" type="pres">
      <dgm:prSet presAssocID="{7E350F52-5BC4-46FF-8ED6-4FE191A7F89D}" presName="parTx" presStyleLbl="revTx" presStyleIdx="0" presStyleCnt="4">
        <dgm:presLayoutVars>
          <dgm:chMax val="0"/>
          <dgm:chPref val="0"/>
        </dgm:presLayoutVars>
      </dgm:prSet>
      <dgm:spPr/>
    </dgm:pt>
    <dgm:pt modelId="{72CC9022-13D9-4072-98B7-E68CEA33D2E7}" type="pres">
      <dgm:prSet presAssocID="{28028C41-A8F2-482E-86C4-607848CD67E6}" presName="sibTrans" presStyleCnt="0"/>
      <dgm:spPr/>
    </dgm:pt>
    <dgm:pt modelId="{2BBB3808-8CBD-472F-B09C-8A1798508BAC}" type="pres">
      <dgm:prSet presAssocID="{C15E2E0C-389C-407F-857D-163D7C1780E5}" presName="compNode" presStyleCnt="0"/>
      <dgm:spPr/>
    </dgm:pt>
    <dgm:pt modelId="{BDE65BD1-DBEF-4484-BCA6-966DD9B51B6E}" type="pres">
      <dgm:prSet presAssocID="{C15E2E0C-389C-407F-857D-163D7C1780E5}" presName="bgRect" presStyleLbl="bgShp" presStyleIdx="1" presStyleCnt="4"/>
      <dgm:spPr/>
    </dgm:pt>
    <dgm:pt modelId="{6004BFB5-DFFF-4DA5-A089-FB77CB11F48D}" type="pres">
      <dgm:prSet presAssocID="{C15E2E0C-389C-407F-857D-163D7C1780E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BB278FC-CF3C-4481-9D0C-61169AD1FF4A}" type="pres">
      <dgm:prSet presAssocID="{C15E2E0C-389C-407F-857D-163D7C1780E5}" presName="spaceRect" presStyleCnt="0"/>
      <dgm:spPr/>
    </dgm:pt>
    <dgm:pt modelId="{2ED85D5D-F4ED-4C2C-8AB5-36749E37176C}" type="pres">
      <dgm:prSet presAssocID="{C15E2E0C-389C-407F-857D-163D7C1780E5}" presName="parTx" presStyleLbl="revTx" presStyleIdx="1" presStyleCnt="4">
        <dgm:presLayoutVars>
          <dgm:chMax val="0"/>
          <dgm:chPref val="0"/>
        </dgm:presLayoutVars>
      </dgm:prSet>
      <dgm:spPr/>
    </dgm:pt>
    <dgm:pt modelId="{1B7A1EA1-42A8-4D67-AF60-CEB80FEDBA7F}" type="pres">
      <dgm:prSet presAssocID="{DC2BDCAE-24C0-4E8F-8B79-D8BDF5E29168}" presName="sibTrans" presStyleCnt="0"/>
      <dgm:spPr/>
    </dgm:pt>
    <dgm:pt modelId="{9E92D724-6905-45F8-A2FD-34AABAE89237}" type="pres">
      <dgm:prSet presAssocID="{DFE6AEE1-F4FF-43FA-8612-C76A95EF8624}" presName="compNode" presStyleCnt="0"/>
      <dgm:spPr/>
    </dgm:pt>
    <dgm:pt modelId="{06E2C0CF-FC6B-4BAF-A995-49894AFB31B3}" type="pres">
      <dgm:prSet presAssocID="{DFE6AEE1-F4FF-43FA-8612-C76A95EF8624}" presName="bgRect" presStyleLbl="bgShp" presStyleIdx="2" presStyleCnt="4"/>
      <dgm:spPr/>
    </dgm:pt>
    <dgm:pt modelId="{F87B951A-18A2-4F25-805F-BF52AF7F5E5B}" type="pres">
      <dgm:prSet presAssocID="{DFE6AEE1-F4FF-43FA-8612-C76A95EF862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14C98A22-10A7-49B8-8D6F-B05A1CD1D697}" type="pres">
      <dgm:prSet presAssocID="{DFE6AEE1-F4FF-43FA-8612-C76A95EF8624}" presName="spaceRect" presStyleCnt="0"/>
      <dgm:spPr/>
    </dgm:pt>
    <dgm:pt modelId="{907A344E-6EEB-4812-B9F2-F1E99D9F657E}" type="pres">
      <dgm:prSet presAssocID="{DFE6AEE1-F4FF-43FA-8612-C76A95EF8624}" presName="parTx" presStyleLbl="revTx" presStyleIdx="2" presStyleCnt="4">
        <dgm:presLayoutVars>
          <dgm:chMax val="0"/>
          <dgm:chPref val="0"/>
        </dgm:presLayoutVars>
      </dgm:prSet>
      <dgm:spPr/>
    </dgm:pt>
    <dgm:pt modelId="{B7A9957E-7A07-4761-A2EB-42AD84A1F667}" type="pres">
      <dgm:prSet presAssocID="{55F37895-7FCD-4F98-9475-855494BDAD9A}" presName="sibTrans" presStyleCnt="0"/>
      <dgm:spPr/>
    </dgm:pt>
    <dgm:pt modelId="{E05427A4-3E8C-439B-AEE0-2CA308CFE0A9}" type="pres">
      <dgm:prSet presAssocID="{842142D5-3054-4FF7-AEA9-81967642D518}" presName="compNode" presStyleCnt="0"/>
      <dgm:spPr/>
    </dgm:pt>
    <dgm:pt modelId="{9C065402-B8E7-4F86-85E8-91DADE8B622A}" type="pres">
      <dgm:prSet presAssocID="{842142D5-3054-4FF7-AEA9-81967642D518}" presName="bgRect" presStyleLbl="bgShp" presStyleIdx="3" presStyleCnt="4"/>
      <dgm:spPr/>
    </dgm:pt>
    <dgm:pt modelId="{02E5CD49-81D8-46E3-AA81-40AC374E4C6D}" type="pres">
      <dgm:prSet presAssocID="{842142D5-3054-4FF7-AEA9-81967642D51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34F3083-EE23-48AB-819A-A100E1972E5A}" type="pres">
      <dgm:prSet presAssocID="{842142D5-3054-4FF7-AEA9-81967642D518}" presName="spaceRect" presStyleCnt="0"/>
      <dgm:spPr/>
    </dgm:pt>
    <dgm:pt modelId="{F2194865-CBA0-44BA-8831-EF5CFCB0E233}" type="pres">
      <dgm:prSet presAssocID="{842142D5-3054-4FF7-AEA9-81967642D51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88CC506-0453-4267-B6A8-83B78FAADCFB}" type="presOf" srcId="{7E350F52-5BC4-46FF-8ED6-4FE191A7F89D}" destId="{46AA78B2-9F41-4B07-8B5C-D59517247A03}" srcOrd="0" destOrd="0" presId="urn:microsoft.com/office/officeart/2018/2/layout/IconVerticalSolidList"/>
    <dgm:cxn modelId="{2990F913-9358-4322-B017-5F3CB084C048}" type="presOf" srcId="{842142D5-3054-4FF7-AEA9-81967642D518}" destId="{F2194865-CBA0-44BA-8831-EF5CFCB0E233}" srcOrd="0" destOrd="0" presId="urn:microsoft.com/office/officeart/2018/2/layout/IconVerticalSolidList"/>
    <dgm:cxn modelId="{0C7B2D26-FC47-4797-B14B-5400C9F27632}" srcId="{A32B5944-8568-4700-ADEA-6776043BB9AD}" destId="{DFE6AEE1-F4FF-43FA-8612-C76A95EF8624}" srcOrd="2" destOrd="0" parTransId="{C2BBC124-B9BC-464F-9DCF-6B7A2A272122}" sibTransId="{55F37895-7FCD-4F98-9475-855494BDAD9A}"/>
    <dgm:cxn modelId="{DC9FB528-40CF-4844-BCF7-EE7353B51182}" srcId="{A32B5944-8568-4700-ADEA-6776043BB9AD}" destId="{7E350F52-5BC4-46FF-8ED6-4FE191A7F89D}" srcOrd="0" destOrd="0" parTransId="{9E247B10-CD90-42F7-8829-881616F976F0}" sibTransId="{28028C41-A8F2-482E-86C4-607848CD67E6}"/>
    <dgm:cxn modelId="{B77B615D-4EC0-4E53-92CC-6F4A84B7F535}" type="presOf" srcId="{C15E2E0C-389C-407F-857D-163D7C1780E5}" destId="{2ED85D5D-F4ED-4C2C-8AB5-36749E37176C}" srcOrd="0" destOrd="0" presId="urn:microsoft.com/office/officeart/2018/2/layout/IconVerticalSolidList"/>
    <dgm:cxn modelId="{6CC94E60-C926-4D01-B107-925E88B59B92}" type="presOf" srcId="{DFE6AEE1-F4FF-43FA-8612-C76A95EF8624}" destId="{907A344E-6EEB-4812-B9F2-F1E99D9F657E}" srcOrd="0" destOrd="0" presId="urn:microsoft.com/office/officeart/2018/2/layout/IconVerticalSolidList"/>
    <dgm:cxn modelId="{6FDDF161-62B0-49C1-A079-4F691E98342E}" type="presOf" srcId="{A32B5944-8568-4700-ADEA-6776043BB9AD}" destId="{CC822766-A6DA-40C1-8A57-5946C937F334}" srcOrd="0" destOrd="0" presId="urn:microsoft.com/office/officeart/2018/2/layout/IconVerticalSolidList"/>
    <dgm:cxn modelId="{3E33FFBE-B987-4850-BCFE-12DF0067B03F}" srcId="{A32B5944-8568-4700-ADEA-6776043BB9AD}" destId="{842142D5-3054-4FF7-AEA9-81967642D518}" srcOrd="3" destOrd="0" parTransId="{51BF600A-9924-45CE-8A78-1E465715F045}" sibTransId="{12B731D1-DCFC-4132-978A-94BC85D6B998}"/>
    <dgm:cxn modelId="{EEC485FD-7384-4531-9575-FFC8D39DE7AD}" srcId="{A32B5944-8568-4700-ADEA-6776043BB9AD}" destId="{C15E2E0C-389C-407F-857D-163D7C1780E5}" srcOrd="1" destOrd="0" parTransId="{3B2399C4-E7A4-4922-867E-1D34CF89B7AB}" sibTransId="{DC2BDCAE-24C0-4E8F-8B79-D8BDF5E29168}"/>
    <dgm:cxn modelId="{C2452378-0790-474F-981A-BAA8F8069E63}" type="presParOf" srcId="{CC822766-A6DA-40C1-8A57-5946C937F334}" destId="{4B643639-7A68-473B-9A7D-A6B419889FD4}" srcOrd="0" destOrd="0" presId="urn:microsoft.com/office/officeart/2018/2/layout/IconVerticalSolidList"/>
    <dgm:cxn modelId="{37129CEB-3D01-4FF5-A5F0-ABE05B22AC4A}" type="presParOf" srcId="{4B643639-7A68-473B-9A7D-A6B419889FD4}" destId="{1629E6C7-A2DA-4F86-98E5-B5C0129D8379}" srcOrd="0" destOrd="0" presId="urn:microsoft.com/office/officeart/2018/2/layout/IconVerticalSolidList"/>
    <dgm:cxn modelId="{D35A66E6-68B3-43C1-8E70-BE8A0B22F1B1}" type="presParOf" srcId="{4B643639-7A68-473B-9A7D-A6B419889FD4}" destId="{4E204BD2-429B-4123-865A-430B4161DA0A}" srcOrd="1" destOrd="0" presId="urn:microsoft.com/office/officeart/2018/2/layout/IconVerticalSolidList"/>
    <dgm:cxn modelId="{75582A5D-47D7-41D8-988C-093BCED02B33}" type="presParOf" srcId="{4B643639-7A68-473B-9A7D-A6B419889FD4}" destId="{7CB647DE-D36D-4E93-AFE8-B5CBF93DF8B8}" srcOrd="2" destOrd="0" presId="urn:microsoft.com/office/officeart/2018/2/layout/IconVerticalSolidList"/>
    <dgm:cxn modelId="{F4FB9278-86E3-4DD7-AB25-C67937C2A593}" type="presParOf" srcId="{4B643639-7A68-473B-9A7D-A6B419889FD4}" destId="{46AA78B2-9F41-4B07-8B5C-D59517247A03}" srcOrd="3" destOrd="0" presId="urn:microsoft.com/office/officeart/2018/2/layout/IconVerticalSolidList"/>
    <dgm:cxn modelId="{8B1FFA8F-0159-4C41-877A-0DECDC7842DE}" type="presParOf" srcId="{CC822766-A6DA-40C1-8A57-5946C937F334}" destId="{72CC9022-13D9-4072-98B7-E68CEA33D2E7}" srcOrd="1" destOrd="0" presId="urn:microsoft.com/office/officeart/2018/2/layout/IconVerticalSolidList"/>
    <dgm:cxn modelId="{0DB3E994-DD30-4AFC-BCAB-D4AD928F5E18}" type="presParOf" srcId="{CC822766-A6DA-40C1-8A57-5946C937F334}" destId="{2BBB3808-8CBD-472F-B09C-8A1798508BAC}" srcOrd="2" destOrd="0" presId="urn:microsoft.com/office/officeart/2018/2/layout/IconVerticalSolidList"/>
    <dgm:cxn modelId="{AF4E93AA-0765-41DE-A1B0-DBCE6FB00F5F}" type="presParOf" srcId="{2BBB3808-8CBD-472F-B09C-8A1798508BAC}" destId="{BDE65BD1-DBEF-4484-BCA6-966DD9B51B6E}" srcOrd="0" destOrd="0" presId="urn:microsoft.com/office/officeart/2018/2/layout/IconVerticalSolidList"/>
    <dgm:cxn modelId="{16AB18B9-A4D8-41F8-B05E-556475A45355}" type="presParOf" srcId="{2BBB3808-8CBD-472F-B09C-8A1798508BAC}" destId="{6004BFB5-DFFF-4DA5-A089-FB77CB11F48D}" srcOrd="1" destOrd="0" presId="urn:microsoft.com/office/officeart/2018/2/layout/IconVerticalSolidList"/>
    <dgm:cxn modelId="{5D2522A0-7743-4B77-AA01-28C9A28B371F}" type="presParOf" srcId="{2BBB3808-8CBD-472F-B09C-8A1798508BAC}" destId="{0BB278FC-CF3C-4481-9D0C-61169AD1FF4A}" srcOrd="2" destOrd="0" presId="urn:microsoft.com/office/officeart/2018/2/layout/IconVerticalSolidList"/>
    <dgm:cxn modelId="{F7DFAB87-889C-4101-B5FE-1BC31B42F2EF}" type="presParOf" srcId="{2BBB3808-8CBD-472F-B09C-8A1798508BAC}" destId="{2ED85D5D-F4ED-4C2C-8AB5-36749E37176C}" srcOrd="3" destOrd="0" presId="urn:microsoft.com/office/officeart/2018/2/layout/IconVerticalSolidList"/>
    <dgm:cxn modelId="{D1FBCDF1-006D-4427-8C90-0BEA2213F610}" type="presParOf" srcId="{CC822766-A6DA-40C1-8A57-5946C937F334}" destId="{1B7A1EA1-42A8-4D67-AF60-CEB80FEDBA7F}" srcOrd="3" destOrd="0" presId="urn:microsoft.com/office/officeart/2018/2/layout/IconVerticalSolidList"/>
    <dgm:cxn modelId="{D2F50C60-914D-4256-8D3E-1B9A21A501C7}" type="presParOf" srcId="{CC822766-A6DA-40C1-8A57-5946C937F334}" destId="{9E92D724-6905-45F8-A2FD-34AABAE89237}" srcOrd="4" destOrd="0" presId="urn:microsoft.com/office/officeart/2018/2/layout/IconVerticalSolidList"/>
    <dgm:cxn modelId="{2147FBA2-7853-4D56-9889-A430753D2257}" type="presParOf" srcId="{9E92D724-6905-45F8-A2FD-34AABAE89237}" destId="{06E2C0CF-FC6B-4BAF-A995-49894AFB31B3}" srcOrd="0" destOrd="0" presId="urn:microsoft.com/office/officeart/2018/2/layout/IconVerticalSolidList"/>
    <dgm:cxn modelId="{59732E81-0543-49FD-A821-3C7CD71C9B0E}" type="presParOf" srcId="{9E92D724-6905-45F8-A2FD-34AABAE89237}" destId="{F87B951A-18A2-4F25-805F-BF52AF7F5E5B}" srcOrd="1" destOrd="0" presId="urn:microsoft.com/office/officeart/2018/2/layout/IconVerticalSolidList"/>
    <dgm:cxn modelId="{988C9F7D-9932-4EEB-A192-FCE15E791809}" type="presParOf" srcId="{9E92D724-6905-45F8-A2FD-34AABAE89237}" destId="{14C98A22-10A7-49B8-8D6F-B05A1CD1D697}" srcOrd="2" destOrd="0" presId="urn:microsoft.com/office/officeart/2018/2/layout/IconVerticalSolidList"/>
    <dgm:cxn modelId="{EC8AFCF5-805E-4AEA-A3E9-16917FD131CD}" type="presParOf" srcId="{9E92D724-6905-45F8-A2FD-34AABAE89237}" destId="{907A344E-6EEB-4812-B9F2-F1E99D9F657E}" srcOrd="3" destOrd="0" presId="urn:microsoft.com/office/officeart/2018/2/layout/IconVerticalSolidList"/>
    <dgm:cxn modelId="{9D8E2F04-7291-4819-BC11-D65C7C4CED58}" type="presParOf" srcId="{CC822766-A6DA-40C1-8A57-5946C937F334}" destId="{B7A9957E-7A07-4761-A2EB-42AD84A1F667}" srcOrd="5" destOrd="0" presId="urn:microsoft.com/office/officeart/2018/2/layout/IconVerticalSolidList"/>
    <dgm:cxn modelId="{810328A3-2AB0-4641-BF73-F3F2804C0799}" type="presParOf" srcId="{CC822766-A6DA-40C1-8A57-5946C937F334}" destId="{E05427A4-3E8C-439B-AEE0-2CA308CFE0A9}" srcOrd="6" destOrd="0" presId="urn:microsoft.com/office/officeart/2018/2/layout/IconVerticalSolidList"/>
    <dgm:cxn modelId="{2CCADAEB-7B4A-479E-A71E-1724ECE7D2D9}" type="presParOf" srcId="{E05427A4-3E8C-439B-AEE0-2CA308CFE0A9}" destId="{9C065402-B8E7-4F86-85E8-91DADE8B622A}" srcOrd="0" destOrd="0" presId="urn:microsoft.com/office/officeart/2018/2/layout/IconVerticalSolidList"/>
    <dgm:cxn modelId="{105371AB-55B3-4EF4-B1C4-E894DE45FCA4}" type="presParOf" srcId="{E05427A4-3E8C-439B-AEE0-2CA308CFE0A9}" destId="{02E5CD49-81D8-46E3-AA81-40AC374E4C6D}" srcOrd="1" destOrd="0" presId="urn:microsoft.com/office/officeart/2018/2/layout/IconVerticalSolidList"/>
    <dgm:cxn modelId="{42B2162B-A156-41F5-8CF6-27FE36A251F0}" type="presParOf" srcId="{E05427A4-3E8C-439B-AEE0-2CA308CFE0A9}" destId="{734F3083-EE23-48AB-819A-A100E1972E5A}" srcOrd="2" destOrd="0" presId="urn:microsoft.com/office/officeart/2018/2/layout/IconVerticalSolidList"/>
    <dgm:cxn modelId="{F2B838C7-D451-4E1E-927C-B9B413B42685}" type="presParOf" srcId="{E05427A4-3E8C-439B-AEE0-2CA308CFE0A9}" destId="{F2194865-CBA0-44BA-8831-EF5CFCB0E2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6568EA-668B-4F71-B9C1-5EDEBF7221D3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8D2350-8242-44D2-B851-7FA8F1E42F69}">
      <dgm:prSet custT="1"/>
      <dgm:spPr/>
      <dgm:t>
        <a:bodyPr/>
        <a:lstStyle/>
        <a:p>
          <a:r>
            <a:rPr lang="en-US" sz="1800" b="1" dirty="0">
              <a:latin typeface="Algerian" panose="04020705040A02060702" pitchFamily="82" charset="0"/>
            </a:rPr>
            <a:t>Impact:</a:t>
          </a:r>
        </a:p>
      </dgm:t>
    </dgm:pt>
    <dgm:pt modelId="{EA8E35B1-9A68-4720-98D9-1CB77369B2A0}" type="parTrans" cxnId="{4FC9E35C-DA91-420A-A46F-9604D2F52649}">
      <dgm:prSet/>
      <dgm:spPr/>
      <dgm:t>
        <a:bodyPr/>
        <a:lstStyle/>
        <a:p>
          <a:endParaRPr lang="en-US"/>
        </a:p>
      </dgm:t>
    </dgm:pt>
    <dgm:pt modelId="{7B12872E-C1C8-41AA-BD03-C731CFFFDB89}" type="sibTrans" cxnId="{4FC9E35C-DA91-420A-A46F-9604D2F52649}">
      <dgm:prSet/>
      <dgm:spPr/>
      <dgm:t>
        <a:bodyPr/>
        <a:lstStyle/>
        <a:p>
          <a:endParaRPr lang="en-US"/>
        </a:p>
      </dgm:t>
    </dgm:pt>
    <dgm:pt modelId="{8C25ED12-5362-48E0-90AF-12EAE21A332F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No more lost or missing dockets </a:t>
          </a:r>
        </a:p>
      </dgm:t>
    </dgm:pt>
    <dgm:pt modelId="{D14B7AC1-8FBE-45BB-965B-9CB866C78DFC}" type="parTrans" cxnId="{6AD95AA9-7896-49C2-A396-96762670F820}">
      <dgm:prSet/>
      <dgm:spPr/>
      <dgm:t>
        <a:bodyPr/>
        <a:lstStyle/>
        <a:p>
          <a:endParaRPr lang="en-US"/>
        </a:p>
      </dgm:t>
    </dgm:pt>
    <dgm:pt modelId="{218F5B63-4A4B-4216-9300-0BCC42F40125}" type="sibTrans" cxnId="{6AD95AA9-7896-49C2-A396-96762670F820}">
      <dgm:prSet/>
      <dgm:spPr/>
      <dgm:t>
        <a:bodyPr/>
        <a:lstStyle/>
        <a:p>
          <a:endParaRPr lang="en-US"/>
        </a:p>
      </dgm:t>
    </dgm:pt>
    <dgm:pt modelId="{403D2451-A99F-4E40-9E5C-60C3ECC0F9CC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Faster investigations </a:t>
          </a:r>
        </a:p>
      </dgm:t>
    </dgm:pt>
    <dgm:pt modelId="{84A53183-E6FC-43C7-B085-5F067B9FF552}" type="parTrans" cxnId="{6DBBD95C-B9DD-4E4F-82E8-A2DEC068067F}">
      <dgm:prSet/>
      <dgm:spPr/>
      <dgm:t>
        <a:bodyPr/>
        <a:lstStyle/>
        <a:p>
          <a:endParaRPr lang="en-US"/>
        </a:p>
      </dgm:t>
    </dgm:pt>
    <dgm:pt modelId="{B6A2A07D-4BE0-4650-826E-3CF2BE3A276A}" type="sibTrans" cxnId="{6DBBD95C-B9DD-4E4F-82E8-A2DEC068067F}">
      <dgm:prSet/>
      <dgm:spPr/>
      <dgm:t>
        <a:bodyPr/>
        <a:lstStyle/>
        <a:p>
          <a:endParaRPr lang="en-US"/>
        </a:p>
      </dgm:t>
    </dgm:pt>
    <dgm:pt modelId="{F784FE91-FD4D-46C2-AA71-C876838421E2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Stronger case integrity </a:t>
          </a:r>
        </a:p>
      </dgm:t>
    </dgm:pt>
    <dgm:pt modelId="{ADAA233B-3741-487D-88EF-B3608CD72E4E}" type="parTrans" cxnId="{DF0F4F0C-2F8C-437C-B022-74515F00AD39}">
      <dgm:prSet/>
      <dgm:spPr/>
      <dgm:t>
        <a:bodyPr/>
        <a:lstStyle/>
        <a:p>
          <a:endParaRPr lang="en-US"/>
        </a:p>
      </dgm:t>
    </dgm:pt>
    <dgm:pt modelId="{544B57B2-348D-4FDB-9523-225CA23E78D3}" type="sibTrans" cxnId="{DF0F4F0C-2F8C-437C-B022-74515F00AD39}">
      <dgm:prSet/>
      <dgm:spPr/>
      <dgm:t>
        <a:bodyPr/>
        <a:lstStyle/>
        <a:p>
          <a:endParaRPr lang="en-US"/>
        </a:p>
      </dgm:t>
    </dgm:pt>
    <dgm:pt modelId="{31ACDB85-5BBE-418D-8939-FDD35C8B236A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Improved trust in record keeping </a:t>
          </a:r>
        </a:p>
      </dgm:t>
    </dgm:pt>
    <dgm:pt modelId="{D522135E-88A3-4A74-88F0-6FAF6DBC60F4}" type="parTrans" cxnId="{0D71E22F-B51D-4237-AB20-A8FC89A9F4E5}">
      <dgm:prSet/>
      <dgm:spPr/>
      <dgm:t>
        <a:bodyPr/>
        <a:lstStyle/>
        <a:p>
          <a:endParaRPr lang="en-US"/>
        </a:p>
      </dgm:t>
    </dgm:pt>
    <dgm:pt modelId="{78A2FB04-C258-4900-AC22-02C00CDEFA7E}" type="sibTrans" cxnId="{0D71E22F-B51D-4237-AB20-A8FC89A9F4E5}">
      <dgm:prSet/>
      <dgm:spPr/>
      <dgm:t>
        <a:bodyPr/>
        <a:lstStyle/>
        <a:p>
          <a:endParaRPr lang="en-US"/>
        </a:p>
      </dgm:t>
    </dgm:pt>
    <dgm:pt modelId="{42F76EA0-7EE9-4567-9E27-CB52005DDF81}">
      <dgm:prSet custT="1"/>
      <dgm:spPr/>
      <dgm:t>
        <a:bodyPr/>
        <a:lstStyle/>
        <a:p>
          <a:r>
            <a:rPr lang="en-US" sz="1800" b="1" dirty="0">
              <a:latin typeface="Algerian" panose="04020705040A02060702" pitchFamily="82" charset="0"/>
            </a:rPr>
            <a:t>Future</a:t>
          </a:r>
          <a:r>
            <a:rPr lang="en-US" sz="1200" dirty="0"/>
            <a:t>:</a:t>
          </a:r>
        </a:p>
      </dgm:t>
    </dgm:pt>
    <dgm:pt modelId="{DD812B5E-2B8C-42E1-BF41-1D1CC92DC083}" type="parTrans" cxnId="{E16DA1B8-3752-4F74-AE66-3516096AFF01}">
      <dgm:prSet/>
      <dgm:spPr/>
      <dgm:t>
        <a:bodyPr/>
        <a:lstStyle/>
        <a:p>
          <a:endParaRPr lang="en-US"/>
        </a:p>
      </dgm:t>
    </dgm:pt>
    <dgm:pt modelId="{CA5DE583-B404-44EB-A7C3-26B15926A273}" type="sibTrans" cxnId="{E16DA1B8-3752-4F74-AE66-3516096AFF01}">
      <dgm:prSet/>
      <dgm:spPr/>
      <dgm:t>
        <a:bodyPr/>
        <a:lstStyle/>
        <a:p>
          <a:endParaRPr lang="en-US"/>
        </a:p>
      </dgm:t>
    </dgm:pt>
    <dgm:pt modelId="{0488E44C-0278-4D5F-B5DB-E7F0387BF477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Database integration </a:t>
          </a:r>
        </a:p>
      </dgm:t>
    </dgm:pt>
    <dgm:pt modelId="{DC107B0D-E09E-4E3E-BF3C-4EFEAA543D60}" type="parTrans" cxnId="{BC882E14-FAFE-451D-A585-399664FCF142}">
      <dgm:prSet/>
      <dgm:spPr/>
      <dgm:t>
        <a:bodyPr/>
        <a:lstStyle/>
        <a:p>
          <a:endParaRPr lang="en-US"/>
        </a:p>
      </dgm:t>
    </dgm:pt>
    <dgm:pt modelId="{C3975B54-17DA-4DEE-B53D-668A8DCDCCC8}" type="sibTrans" cxnId="{BC882E14-FAFE-451D-A585-399664FCF142}">
      <dgm:prSet/>
      <dgm:spPr/>
      <dgm:t>
        <a:bodyPr/>
        <a:lstStyle/>
        <a:p>
          <a:endParaRPr lang="en-US"/>
        </a:p>
      </dgm:t>
    </dgm:pt>
    <dgm:pt modelId="{42102184-EDEF-4D3C-9562-56704461DF09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Cloud backup </a:t>
          </a:r>
        </a:p>
      </dgm:t>
    </dgm:pt>
    <dgm:pt modelId="{7E5AE364-5A8F-4F0F-8962-CFC8C2B41E3A}" type="parTrans" cxnId="{1CE443E3-95F4-4429-8B42-460825588C3F}">
      <dgm:prSet/>
      <dgm:spPr/>
      <dgm:t>
        <a:bodyPr/>
        <a:lstStyle/>
        <a:p>
          <a:endParaRPr lang="en-US"/>
        </a:p>
      </dgm:t>
    </dgm:pt>
    <dgm:pt modelId="{2194548E-C19E-4F62-ABBC-0AC0EFC2D43A}" type="sibTrans" cxnId="{1CE443E3-95F4-4429-8B42-460825588C3F}">
      <dgm:prSet/>
      <dgm:spPr/>
      <dgm:t>
        <a:bodyPr/>
        <a:lstStyle/>
        <a:p>
          <a:endParaRPr lang="en-US"/>
        </a:p>
      </dgm:t>
    </dgm:pt>
    <dgm:pt modelId="{BDC537EA-8CE9-448B-A665-C1080794E457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Encryption of evidence </a:t>
          </a:r>
        </a:p>
      </dgm:t>
    </dgm:pt>
    <dgm:pt modelId="{A915C9E8-E206-4A85-BA90-82EBA1A9A47F}" type="parTrans" cxnId="{8F1DAE0D-9EE9-41B0-87FC-59200FBF6DF0}">
      <dgm:prSet/>
      <dgm:spPr/>
      <dgm:t>
        <a:bodyPr/>
        <a:lstStyle/>
        <a:p>
          <a:endParaRPr lang="en-US"/>
        </a:p>
      </dgm:t>
    </dgm:pt>
    <dgm:pt modelId="{F831FAA2-6E2F-403F-88C9-A104B729F1B9}" type="sibTrans" cxnId="{8F1DAE0D-9EE9-41B0-87FC-59200FBF6DF0}">
      <dgm:prSet/>
      <dgm:spPr/>
      <dgm:t>
        <a:bodyPr/>
        <a:lstStyle/>
        <a:p>
          <a:endParaRPr lang="en-US"/>
        </a:p>
      </dgm:t>
    </dgm:pt>
    <dgm:pt modelId="{4730FFDC-671E-46C5-BF94-8E6468809C80}">
      <dgm:prSet/>
      <dgm:spPr/>
      <dgm:t>
        <a:bodyPr/>
        <a:lstStyle/>
        <a:p>
          <a:r>
            <a:rPr lang="en-US" b="1" dirty="0">
              <a:latin typeface="Cavolini" panose="03000502040302020204" pitchFamily="66" charset="0"/>
              <a:cs typeface="Cavolini" panose="03000502040302020204" pitchFamily="66" charset="0"/>
            </a:rPr>
            <a:t>Multi-agency acces</a:t>
          </a:r>
          <a:r>
            <a:rPr lang="en-US" dirty="0"/>
            <a:t>s</a:t>
          </a:r>
        </a:p>
      </dgm:t>
    </dgm:pt>
    <dgm:pt modelId="{DE30CFB8-E0C0-4807-8937-FB338A3927D6}" type="parTrans" cxnId="{E0FD9B9E-A5A1-400A-B600-CA612C555CA0}">
      <dgm:prSet/>
      <dgm:spPr/>
      <dgm:t>
        <a:bodyPr/>
        <a:lstStyle/>
        <a:p>
          <a:endParaRPr lang="en-US"/>
        </a:p>
      </dgm:t>
    </dgm:pt>
    <dgm:pt modelId="{E44CAA11-48AE-4609-83F5-33E5025B4F57}" type="sibTrans" cxnId="{E0FD9B9E-A5A1-400A-B600-CA612C555CA0}">
      <dgm:prSet/>
      <dgm:spPr/>
      <dgm:t>
        <a:bodyPr/>
        <a:lstStyle/>
        <a:p>
          <a:endParaRPr lang="en-US"/>
        </a:p>
      </dgm:t>
    </dgm:pt>
    <dgm:pt modelId="{825CBFC9-B104-4103-8978-D0F9DF29B494}" type="pres">
      <dgm:prSet presAssocID="{FE6568EA-668B-4F71-B9C1-5EDEBF7221D3}" presName="Name0" presStyleCnt="0">
        <dgm:presLayoutVars>
          <dgm:dir/>
          <dgm:resizeHandles val="exact"/>
        </dgm:presLayoutVars>
      </dgm:prSet>
      <dgm:spPr/>
    </dgm:pt>
    <dgm:pt modelId="{523ECE2F-ED44-4947-9D19-541515544565}" type="pres">
      <dgm:prSet presAssocID="{FE6568EA-668B-4F71-B9C1-5EDEBF7221D3}" presName="cycle" presStyleCnt="0"/>
      <dgm:spPr/>
    </dgm:pt>
    <dgm:pt modelId="{C54D6CDC-F8EB-498B-B932-8B72ED4FC6C2}" type="pres">
      <dgm:prSet presAssocID="{3C8D2350-8242-44D2-B851-7FA8F1E42F69}" presName="nodeFirstNode" presStyleLbl="node1" presStyleIdx="0" presStyleCnt="10">
        <dgm:presLayoutVars>
          <dgm:bulletEnabled val="1"/>
        </dgm:presLayoutVars>
      </dgm:prSet>
      <dgm:spPr/>
    </dgm:pt>
    <dgm:pt modelId="{956B974D-6572-4CF4-99F1-CF6C706E3133}" type="pres">
      <dgm:prSet presAssocID="{7B12872E-C1C8-41AA-BD03-C731CFFFDB89}" presName="sibTransFirstNode" presStyleLbl="bgShp" presStyleIdx="0" presStyleCnt="1"/>
      <dgm:spPr/>
    </dgm:pt>
    <dgm:pt modelId="{C96C6F55-7722-44EA-87ED-71A688D25110}" type="pres">
      <dgm:prSet presAssocID="{8C25ED12-5362-48E0-90AF-12EAE21A332F}" presName="nodeFollowingNodes" presStyleLbl="node1" presStyleIdx="1" presStyleCnt="10" custRadScaleRad="99138" custRadScaleInc="8018">
        <dgm:presLayoutVars>
          <dgm:bulletEnabled val="1"/>
        </dgm:presLayoutVars>
      </dgm:prSet>
      <dgm:spPr/>
    </dgm:pt>
    <dgm:pt modelId="{453B2DBB-56CE-450C-8D2E-45FB54A4739D}" type="pres">
      <dgm:prSet presAssocID="{403D2451-A99F-4E40-9E5C-60C3ECC0F9CC}" presName="nodeFollowingNodes" presStyleLbl="node1" presStyleIdx="2" presStyleCnt="10">
        <dgm:presLayoutVars>
          <dgm:bulletEnabled val="1"/>
        </dgm:presLayoutVars>
      </dgm:prSet>
      <dgm:spPr/>
    </dgm:pt>
    <dgm:pt modelId="{58D52639-C49F-4D06-A8CE-FD54BAD050C4}" type="pres">
      <dgm:prSet presAssocID="{F784FE91-FD4D-46C2-AA71-C876838421E2}" presName="nodeFollowingNodes" presStyleLbl="node1" presStyleIdx="3" presStyleCnt="10" custRadScaleRad="102434" custRadScaleInc="38">
        <dgm:presLayoutVars>
          <dgm:bulletEnabled val="1"/>
        </dgm:presLayoutVars>
      </dgm:prSet>
      <dgm:spPr/>
    </dgm:pt>
    <dgm:pt modelId="{7AEF2686-41ED-4BE4-8C38-9CC5D177B83B}" type="pres">
      <dgm:prSet presAssocID="{31ACDB85-5BBE-418D-8939-FDD35C8B236A}" presName="nodeFollowingNodes" presStyleLbl="node1" presStyleIdx="4" presStyleCnt="10" custRadScaleRad="99234" custRadScaleInc="-15814">
        <dgm:presLayoutVars>
          <dgm:bulletEnabled val="1"/>
        </dgm:presLayoutVars>
      </dgm:prSet>
      <dgm:spPr/>
    </dgm:pt>
    <dgm:pt modelId="{7F9AE424-D6ED-40E2-9511-C4000FCABB1E}" type="pres">
      <dgm:prSet presAssocID="{42F76EA0-7EE9-4567-9E27-CB52005DDF81}" presName="nodeFollowingNodes" presStyleLbl="node1" presStyleIdx="5" presStyleCnt="10" custRadScaleRad="101379" custRadScaleInc="2263">
        <dgm:presLayoutVars>
          <dgm:bulletEnabled val="1"/>
        </dgm:presLayoutVars>
      </dgm:prSet>
      <dgm:spPr/>
    </dgm:pt>
    <dgm:pt modelId="{653D9872-6106-4B16-A97B-2109D6950797}" type="pres">
      <dgm:prSet presAssocID="{0488E44C-0278-4D5F-B5DB-E7F0387BF477}" presName="nodeFollowingNodes" presStyleLbl="node1" presStyleIdx="6" presStyleCnt="10" custRadScaleRad="100964" custRadScaleInc="265">
        <dgm:presLayoutVars>
          <dgm:bulletEnabled val="1"/>
        </dgm:presLayoutVars>
      </dgm:prSet>
      <dgm:spPr/>
    </dgm:pt>
    <dgm:pt modelId="{C472F143-89D9-4591-A040-110B3A2F2A67}" type="pres">
      <dgm:prSet presAssocID="{42102184-EDEF-4D3C-9562-56704461DF09}" presName="nodeFollowingNodes" presStyleLbl="node1" presStyleIdx="7" presStyleCnt="10">
        <dgm:presLayoutVars>
          <dgm:bulletEnabled val="1"/>
        </dgm:presLayoutVars>
      </dgm:prSet>
      <dgm:spPr/>
    </dgm:pt>
    <dgm:pt modelId="{2D13B132-B91A-424C-90AB-8D3F8D5B4C9E}" type="pres">
      <dgm:prSet presAssocID="{BDC537EA-8CE9-448B-A665-C1080794E457}" presName="nodeFollowingNodes" presStyleLbl="node1" presStyleIdx="8" presStyleCnt="10">
        <dgm:presLayoutVars>
          <dgm:bulletEnabled val="1"/>
        </dgm:presLayoutVars>
      </dgm:prSet>
      <dgm:spPr/>
    </dgm:pt>
    <dgm:pt modelId="{56760E3B-5019-4487-913F-7FDEC5B4F971}" type="pres">
      <dgm:prSet presAssocID="{4730FFDC-671E-46C5-BF94-8E6468809C80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DF0F4F0C-2F8C-437C-B022-74515F00AD39}" srcId="{FE6568EA-668B-4F71-B9C1-5EDEBF7221D3}" destId="{F784FE91-FD4D-46C2-AA71-C876838421E2}" srcOrd="3" destOrd="0" parTransId="{ADAA233B-3741-487D-88EF-B3608CD72E4E}" sibTransId="{544B57B2-348D-4FDB-9523-225CA23E78D3}"/>
    <dgm:cxn modelId="{8F1DAE0D-9EE9-41B0-87FC-59200FBF6DF0}" srcId="{FE6568EA-668B-4F71-B9C1-5EDEBF7221D3}" destId="{BDC537EA-8CE9-448B-A665-C1080794E457}" srcOrd="8" destOrd="0" parTransId="{A915C9E8-E206-4A85-BA90-82EBA1A9A47F}" sibTransId="{F831FAA2-6E2F-403F-88C9-A104B729F1B9}"/>
    <dgm:cxn modelId="{BC882E14-FAFE-451D-A585-399664FCF142}" srcId="{FE6568EA-668B-4F71-B9C1-5EDEBF7221D3}" destId="{0488E44C-0278-4D5F-B5DB-E7F0387BF477}" srcOrd="6" destOrd="0" parTransId="{DC107B0D-E09E-4E3E-BF3C-4EFEAA543D60}" sibTransId="{C3975B54-17DA-4DEE-B53D-668A8DCDCCC8}"/>
    <dgm:cxn modelId="{FD9C0627-48CF-42E3-853E-12BA3BBD68ED}" type="presOf" srcId="{FE6568EA-668B-4F71-B9C1-5EDEBF7221D3}" destId="{825CBFC9-B104-4103-8978-D0F9DF29B494}" srcOrd="0" destOrd="0" presId="urn:microsoft.com/office/officeart/2005/8/layout/cycle3"/>
    <dgm:cxn modelId="{0D71E22F-B51D-4237-AB20-A8FC89A9F4E5}" srcId="{FE6568EA-668B-4F71-B9C1-5EDEBF7221D3}" destId="{31ACDB85-5BBE-418D-8939-FDD35C8B236A}" srcOrd="4" destOrd="0" parTransId="{D522135E-88A3-4A74-88F0-6FAF6DBC60F4}" sibTransId="{78A2FB04-C258-4900-AC22-02C00CDEFA7E}"/>
    <dgm:cxn modelId="{256F9736-8371-4518-8085-31B46A365759}" type="presOf" srcId="{3C8D2350-8242-44D2-B851-7FA8F1E42F69}" destId="{C54D6CDC-F8EB-498B-B932-8B72ED4FC6C2}" srcOrd="0" destOrd="0" presId="urn:microsoft.com/office/officeart/2005/8/layout/cycle3"/>
    <dgm:cxn modelId="{6DBBD95C-B9DD-4E4F-82E8-A2DEC068067F}" srcId="{FE6568EA-668B-4F71-B9C1-5EDEBF7221D3}" destId="{403D2451-A99F-4E40-9E5C-60C3ECC0F9CC}" srcOrd="2" destOrd="0" parTransId="{84A53183-E6FC-43C7-B085-5F067B9FF552}" sibTransId="{B6A2A07D-4BE0-4650-826E-3CF2BE3A276A}"/>
    <dgm:cxn modelId="{4FC9E35C-DA91-420A-A46F-9604D2F52649}" srcId="{FE6568EA-668B-4F71-B9C1-5EDEBF7221D3}" destId="{3C8D2350-8242-44D2-B851-7FA8F1E42F69}" srcOrd="0" destOrd="0" parTransId="{EA8E35B1-9A68-4720-98D9-1CB77369B2A0}" sibTransId="{7B12872E-C1C8-41AA-BD03-C731CFFFDB89}"/>
    <dgm:cxn modelId="{A4CB0260-8FEE-4D33-BEC8-2AF551D2715B}" type="presOf" srcId="{42102184-EDEF-4D3C-9562-56704461DF09}" destId="{C472F143-89D9-4591-A040-110B3A2F2A67}" srcOrd="0" destOrd="0" presId="urn:microsoft.com/office/officeart/2005/8/layout/cycle3"/>
    <dgm:cxn modelId="{E0EA4075-592A-48F6-A3F6-FBA1B47C8938}" type="presOf" srcId="{0488E44C-0278-4D5F-B5DB-E7F0387BF477}" destId="{653D9872-6106-4B16-A97B-2109D6950797}" srcOrd="0" destOrd="0" presId="urn:microsoft.com/office/officeart/2005/8/layout/cycle3"/>
    <dgm:cxn modelId="{D79FED8A-AD16-4641-8756-C88041E309A1}" type="presOf" srcId="{42F76EA0-7EE9-4567-9E27-CB52005DDF81}" destId="{7F9AE424-D6ED-40E2-9511-C4000FCABB1E}" srcOrd="0" destOrd="0" presId="urn:microsoft.com/office/officeart/2005/8/layout/cycle3"/>
    <dgm:cxn modelId="{2B2DCD94-4860-4ACA-B15D-6FE9BA4201C3}" type="presOf" srcId="{F784FE91-FD4D-46C2-AA71-C876838421E2}" destId="{58D52639-C49F-4D06-A8CE-FD54BAD050C4}" srcOrd="0" destOrd="0" presId="urn:microsoft.com/office/officeart/2005/8/layout/cycle3"/>
    <dgm:cxn modelId="{3DEB5B9C-5C13-4EC6-8556-2F81EAC6583E}" type="presOf" srcId="{403D2451-A99F-4E40-9E5C-60C3ECC0F9CC}" destId="{453B2DBB-56CE-450C-8D2E-45FB54A4739D}" srcOrd="0" destOrd="0" presId="urn:microsoft.com/office/officeart/2005/8/layout/cycle3"/>
    <dgm:cxn modelId="{E0FD9B9E-A5A1-400A-B600-CA612C555CA0}" srcId="{FE6568EA-668B-4F71-B9C1-5EDEBF7221D3}" destId="{4730FFDC-671E-46C5-BF94-8E6468809C80}" srcOrd="9" destOrd="0" parTransId="{DE30CFB8-E0C0-4807-8937-FB338A3927D6}" sibTransId="{E44CAA11-48AE-4609-83F5-33E5025B4F57}"/>
    <dgm:cxn modelId="{6AD95AA9-7896-49C2-A396-96762670F820}" srcId="{FE6568EA-668B-4F71-B9C1-5EDEBF7221D3}" destId="{8C25ED12-5362-48E0-90AF-12EAE21A332F}" srcOrd="1" destOrd="0" parTransId="{D14B7AC1-8FBE-45BB-965B-9CB866C78DFC}" sibTransId="{218F5B63-4A4B-4216-9300-0BCC42F40125}"/>
    <dgm:cxn modelId="{759354AF-7B5D-4AC4-B3B4-64B2D8140A13}" type="presOf" srcId="{31ACDB85-5BBE-418D-8939-FDD35C8B236A}" destId="{7AEF2686-41ED-4BE4-8C38-9CC5D177B83B}" srcOrd="0" destOrd="0" presId="urn:microsoft.com/office/officeart/2005/8/layout/cycle3"/>
    <dgm:cxn modelId="{E16DA1B8-3752-4F74-AE66-3516096AFF01}" srcId="{FE6568EA-668B-4F71-B9C1-5EDEBF7221D3}" destId="{42F76EA0-7EE9-4567-9E27-CB52005DDF81}" srcOrd="5" destOrd="0" parTransId="{DD812B5E-2B8C-42E1-BF41-1D1CC92DC083}" sibTransId="{CA5DE583-B404-44EB-A7C3-26B15926A273}"/>
    <dgm:cxn modelId="{534639BC-0206-4454-925D-D70228EA95BC}" type="presOf" srcId="{8C25ED12-5362-48E0-90AF-12EAE21A332F}" destId="{C96C6F55-7722-44EA-87ED-71A688D25110}" srcOrd="0" destOrd="0" presId="urn:microsoft.com/office/officeart/2005/8/layout/cycle3"/>
    <dgm:cxn modelId="{1CE443E3-95F4-4429-8B42-460825588C3F}" srcId="{FE6568EA-668B-4F71-B9C1-5EDEBF7221D3}" destId="{42102184-EDEF-4D3C-9562-56704461DF09}" srcOrd="7" destOrd="0" parTransId="{7E5AE364-5A8F-4F0F-8962-CFC8C2B41E3A}" sibTransId="{2194548E-C19E-4F62-ABBC-0AC0EFC2D43A}"/>
    <dgm:cxn modelId="{6323A9E3-2F88-44A3-9E53-3D71B2B154CE}" type="presOf" srcId="{4730FFDC-671E-46C5-BF94-8E6468809C80}" destId="{56760E3B-5019-4487-913F-7FDEC5B4F971}" srcOrd="0" destOrd="0" presId="urn:microsoft.com/office/officeart/2005/8/layout/cycle3"/>
    <dgm:cxn modelId="{690CD8E6-F7A6-4532-8C0F-B512EE38B763}" type="presOf" srcId="{7B12872E-C1C8-41AA-BD03-C731CFFFDB89}" destId="{956B974D-6572-4CF4-99F1-CF6C706E3133}" srcOrd="0" destOrd="0" presId="urn:microsoft.com/office/officeart/2005/8/layout/cycle3"/>
    <dgm:cxn modelId="{FF3282FA-3D5B-4DFA-A76D-E5EB00E414DA}" type="presOf" srcId="{BDC537EA-8CE9-448B-A665-C1080794E457}" destId="{2D13B132-B91A-424C-90AB-8D3F8D5B4C9E}" srcOrd="0" destOrd="0" presId="urn:microsoft.com/office/officeart/2005/8/layout/cycle3"/>
    <dgm:cxn modelId="{EA0648E7-216C-4ACD-ABF8-F21AC64C6DC8}" type="presParOf" srcId="{825CBFC9-B104-4103-8978-D0F9DF29B494}" destId="{523ECE2F-ED44-4947-9D19-541515544565}" srcOrd="0" destOrd="0" presId="urn:microsoft.com/office/officeart/2005/8/layout/cycle3"/>
    <dgm:cxn modelId="{F6DC03CE-44BF-4114-9044-62F20054F98F}" type="presParOf" srcId="{523ECE2F-ED44-4947-9D19-541515544565}" destId="{C54D6CDC-F8EB-498B-B932-8B72ED4FC6C2}" srcOrd="0" destOrd="0" presId="urn:microsoft.com/office/officeart/2005/8/layout/cycle3"/>
    <dgm:cxn modelId="{9DEBDBE8-6972-4BE4-AB08-FA251B11F2F6}" type="presParOf" srcId="{523ECE2F-ED44-4947-9D19-541515544565}" destId="{956B974D-6572-4CF4-99F1-CF6C706E3133}" srcOrd="1" destOrd="0" presId="urn:microsoft.com/office/officeart/2005/8/layout/cycle3"/>
    <dgm:cxn modelId="{5D638611-27EE-48AC-B0F8-5B54E1CE69B6}" type="presParOf" srcId="{523ECE2F-ED44-4947-9D19-541515544565}" destId="{C96C6F55-7722-44EA-87ED-71A688D25110}" srcOrd="2" destOrd="0" presId="urn:microsoft.com/office/officeart/2005/8/layout/cycle3"/>
    <dgm:cxn modelId="{D0F54CA9-381B-46AA-B6DA-489B02B72EC0}" type="presParOf" srcId="{523ECE2F-ED44-4947-9D19-541515544565}" destId="{453B2DBB-56CE-450C-8D2E-45FB54A4739D}" srcOrd="3" destOrd="0" presId="urn:microsoft.com/office/officeart/2005/8/layout/cycle3"/>
    <dgm:cxn modelId="{DEB7C0B9-CCB4-478D-8234-D46517CE0185}" type="presParOf" srcId="{523ECE2F-ED44-4947-9D19-541515544565}" destId="{58D52639-C49F-4D06-A8CE-FD54BAD050C4}" srcOrd="4" destOrd="0" presId="urn:microsoft.com/office/officeart/2005/8/layout/cycle3"/>
    <dgm:cxn modelId="{173A2150-FD74-4477-A581-237AFE278E98}" type="presParOf" srcId="{523ECE2F-ED44-4947-9D19-541515544565}" destId="{7AEF2686-41ED-4BE4-8C38-9CC5D177B83B}" srcOrd="5" destOrd="0" presId="urn:microsoft.com/office/officeart/2005/8/layout/cycle3"/>
    <dgm:cxn modelId="{2E83F8C5-D68F-48B4-B01B-7D3F3D39CC7C}" type="presParOf" srcId="{523ECE2F-ED44-4947-9D19-541515544565}" destId="{7F9AE424-D6ED-40E2-9511-C4000FCABB1E}" srcOrd="6" destOrd="0" presId="urn:microsoft.com/office/officeart/2005/8/layout/cycle3"/>
    <dgm:cxn modelId="{1237BE14-D410-4787-87C5-B9A6D953CDA2}" type="presParOf" srcId="{523ECE2F-ED44-4947-9D19-541515544565}" destId="{653D9872-6106-4B16-A97B-2109D6950797}" srcOrd="7" destOrd="0" presId="urn:microsoft.com/office/officeart/2005/8/layout/cycle3"/>
    <dgm:cxn modelId="{D9056D2C-E581-4A50-A3E5-371C96E34045}" type="presParOf" srcId="{523ECE2F-ED44-4947-9D19-541515544565}" destId="{C472F143-89D9-4591-A040-110B3A2F2A67}" srcOrd="8" destOrd="0" presId="urn:microsoft.com/office/officeart/2005/8/layout/cycle3"/>
    <dgm:cxn modelId="{D353CAD9-B567-44B9-B46B-227239E4B2B5}" type="presParOf" srcId="{523ECE2F-ED44-4947-9D19-541515544565}" destId="{2D13B132-B91A-424C-90AB-8D3F8D5B4C9E}" srcOrd="9" destOrd="0" presId="urn:microsoft.com/office/officeart/2005/8/layout/cycle3"/>
    <dgm:cxn modelId="{98A65150-ABB9-470C-8077-8F4740022ACB}" type="presParOf" srcId="{523ECE2F-ED44-4947-9D19-541515544565}" destId="{56760E3B-5019-4487-913F-7FDEC5B4F971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3280D-8638-4152-BB06-C1CEBDB7871D}">
      <dsp:nvSpPr>
        <dsp:cNvPr id="0" name=""/>
        <dsp:cNvSpPr/>
      </dsp:nvSpPr>
      <dsp:spPr>
        <a:xfrm>
          <a:off x="895" y="295614"/>
          <a:ext cx="1910300" cy="1146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 dirty="0"/>
            <a:t>-</a:t>
          </a:r>
          <a:r>
            <a:rPr lang="en-ZA" sz="1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Physical dockets get lost, misplaced, or damaged 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sp:txBody>
      <dsp:txXfrm>
        <a:off x="34465" y="329184"/>
        <a:ext cx="1843160" cy="1079040"/>
      </dsp:txXfrm>
    </dsp:sp>
    <dsp:sp modelId="{7F20BCAD-2247-41B5-A29B-A5920A2839A4}">
      <dsp:nvSpPr>
        <dsp:cNvPr id="0" name=""/>
        <dsp:cNvSpPr/>
      </dsp:nvSpPr>
      <dsp:spPr>
        <a:xfrm>
          <a:off x="2079302" y="631827"/>
          <a:ext cx="404983" cy="4737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079302" y="726578"/>
        <a:ext cx="283488" cy="284252"/>
      </dsp:txXfrm>
    </dsp:sp>
    <dsp:sp modelId="{8F0306DE-37BC-46C1-BB02-F5AE2096F7C5}">
      <dsp:nvSpPr>
        <dsp:cNvPr id="0" name=""/>
        <dsp:cNvSpPr/>
      </dsp:nvSpPr>
      <dsp:spPr>
        <a:xfrm>
          <a:off x="2675316" y="295614"/>
          <a:ext cx="1910300" cy="1146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 dirty="0"/>
            <a:t>-</a:t>
          </a:r>
          <a:r>
            <a:rPr lang="en-ZA" sz="1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Case information becomes incomplete or inaccessible 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sp:txBody>
      <dsp:txXfrm>
        <a:off x="2708886" y="329184"/>
        <a:ext cx="1843160" cy="1079040"/>
      </dsp:txXfrm>
    </dsp:sp>
    <dsp:sp modelId="{3188682A-39FC-45BD-B4A9-70F6D00DCA0E}">
      <dsp:nvSpPr>
        <dsp:cNvPr id="0" name=""/>
        <dsp:cNvSpPr/>
      </dsp:nvSpPr>
      <dsp:spPr>
        <a:xfrm rot="5400000">
          <a:off x="3427975" y="1575515"/>
          <a:ext cx="404983" cy="4737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3488341" y="1609901"/>
        <a:ext cx="284252" cy="283488"/>
      </dsp:txXfrm>
    </dsp:sp>
    <dsp:sp modelId="{EAEA7C73-B563-4C3E-8D0A-CB2A253D0355}">
      <dsp:nvSpPr>
        <dsp:cNvPr id="0" name=""/>
        <dsp:cNvSpPr/>
      </dsp:nvSpPr>
      <dsp:spPr>
        <a:xfrm>
          <a:off x="2675316" y="2205915"/>
          <a:ext cx="1910300" cy="1146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 dirty="0"/>
            <a:t>-</a:t>
          </a:r>
          <a:r>
            <a:rPr lang="en-ZA" sz="1700" b="1" kern="1200" dirty="0">
              <a:latin typeface="Bell MT" panose="02020503060305020303" pitchFamily="18" charset="0"/>
            </a:rPr>
            <a:t>Investigations are delayed or abandoned </a:t>
          </a:r>
          <a:endParaRPr lang="en-US" sz="1700" kern="1200" dirty="0">
            <a:latin typeface="Bell MT" panose="02020503060305020303" pitchFamily="18" charset="0"/>
          </a:endParaRPr>
        </a:p>
      </dsp:txBody>
      <dsp:txXfrm>
        <a:off x="2708886" y="2239485"/>
        <a:ext cx="1843160" cy="1079040"/>
      </dsp:txXfrm>
    </dsp:sp>
    <dsp:sp modelId="{08F9D1F3-9E27-4797-9D97-A56EAA39B381}">
      <dsp:nvSpPr>
        <dsp:cNvPr id="0" name=""/>
        <dsp:cNvSpPr/>
      </dsp:nvSpPr>
      <dsp:spPr>
        <a:xfrm rot="10800000">
          <a:off x="2102226" y="2542128"/>
          <a:ext cx="404983" cy="4737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223721" y="2636879"/>
        <a:ext cx="283488" cy="284252"/>
      </dsp:txXfrm>
    </dsp:sp>
    <dsp:sp modelId="{33F6E4BF-F5CE-4A57-A715-697341F7FC7C}">
      <dsp:nvSpPr>
        <dsp:cNvPr id="0" name=""/>
        <dsp:cNvSpPr/>
      </dsp:nvSpPr>
      <dsp:spPr>
        <a:xfrm>
          <a:off x="895" y="2205915"/>
          <a:ext cx="1910300" cy="1146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 dirty="0">
              <a:latin typeface="Bell MT" panose="02020503060305020303" pitchFamily="18" charset="0"/>
            </a:rPr>
            <a:t>-No reliable tracking of case movement </a:t>
          </a:r>
          <a:endParaRPr lang="en-US" sz="1700" kern="1200" dirty="0">
            <a:latin typeface="Bell MT" panose="02020503060305020303" pitchFamily="18" charset="0"/>
          </a:endParaRPr>
        </a:p>
      </dsp:txBody>
      <dsp:txXfrm>
        <a:off x="34465" y="2239485"/>
        <a:ext cx="1843160" cy="107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9E6C7-A2DA-4F86-98E5-B5C0129D8379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04BD2-429B-4123-865A-430B4161DA0A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A78B2-9F41-4B07-8B5C-D59517247A0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/>
            <a:t>-</a:t>
          </a:r>
          <a:r>
            <a:rPr lang="en-ZA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Each case gets a unique ID </a:t>
          </a:r>
          <a:endParaRPr lang="en-US" sz="2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sp:txBody>
      <dsp:txXfrm>
        <a:off x="1357965" y="2319"/>
        <a:ext cx="4887299" cy="1175727"/>
      </dsp:txXfrm>
    </dsp:sp>
    <dsp:sp modelId="{BDE65BD1-DBEF-4484-BCA6-966DD9B51B6E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4BFB5-DFFF-4DA5-A089-FB77CB11F48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85D5D-F4ED-4C2C-8AB5-36749E37176C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/>
            <a:t>-</a:t>
          </a:r>
          <a:r>
            <a:rPr lang="en-ZA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All evidence is linked to that ID </a:t>
          </a:r>
          <a:endParaRPr lang="en-US" sz="2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sp:txBody>
      <dsp:txXfrm>
        <a:off x="1357965" y="1471979"/>
        <a:ext cx="4887299" cy="1175727"/>
      </dsp:txXfrm>
    </dsp:sp>
    <dsp:sp modelId="{06E2C0CF-FC6B-4BAF-A995-49894AFB31B3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B951A-18A2-4F25-805F-BF52AF7F5E5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A344E-6EEB-4812-B9F2-F1E99D9F657E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/>
            <a:t>-</a:t>
          </a:r>
          <a:r>
            <a:rPr lang="en-ZA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Automatic audit logging </a:t>
          </a:r>
          <a:endParaRPr lang="en-US" sz="2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sp:txBody>
      <dsp:txXfrm>
        <a:off x="1357965" y="2941639"/>
        <a:ext cx="4887299" cy="1175727"/>
      </dsp:txXfrm>
    </dsp:sp>
    <dsp:sp modelId="{9C065402-B8E7-4F86-85E8-91DADE8B622A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5CD49-81D8-46E3-AA81-40AC374E4C6D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94865-CBA0-44BA-8831-EF5CFCB0E233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rPr>
            <a:t>-Centralized digital storage</a:t>
          </a:r>
          <a:endParaRPr lang="en-US" sz="2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ell MT" panose="02020503060305020303" pitchFamily="18" charset="0"/>
          </a:endParaRPr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B974D-6572-4CF4-99F1-CF6C706E3133}">
      <dsp:nvSpPr>
        <dsp:cNvPr id="0" name=""/>
        <dsp:cNvSpPr/>
      </dsp:nvSpPr>
      <dsp:spPr>
        <a:xfrm>
          <a:off x="575249" y="-76792"/>
          <a:ext cx="5755991" cy="5755991"/>
        </a:xfrm>
        <a:prstGeom prst="circularArrow">
          <a:avLst>
            <a:gd name="adj1" fmla="val 5544"/>
            <a:gd name="adj2" fmla="val 330680"/>
            <a:gd name="adj3" fmla="val 14864458"/>
            <a:gd name="adj4" fmla="val 16752992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D6CDC-F8EB-498B-B932-8B72ED4FC6C2}">
      <dsp:nvSpPr>
        <dsp:cNvPr id="0" name=""/>
        <dsp:cNvSpPr/>
      </dsp:nvSpPr>
      <dsp:spPr>
        <a:xfrm>
          <a:off x="2782155" y="2684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lgerian" panose="04020705040A02060702" pitchFamily="82" charset="0"/>
            </a:rPr>
            <a:t>Impact:</a:t>
          </a:r>
        </a:p>
      </dsp:txBody>
      <dsp:txXfrm>
        <a:off x="2814915" y="35444"/>
        <a:ext cx="1276659" cy="605569"/>
      </dsp:txXfrm>
    </dsp:sp>
    <dsp:sp modelId="{C96C6F55-7722-44EA-87ED-71A688D25110}">
      <dsp:nvSpPr>
        <dsp:cNvPr id="0" name=""/>
        <dsp:cNvSpPr/>
      </dsp:nvSpPr>
      <dsp:spPr>
        <a:xfrm>
          <a:off x="4301117" y="556133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No more lost or missing dockets </a:t>
          </a:r>
        </a:p>
      </dsp:txBody>
      <dsp:txXfrm>
        <a:off x="4333877" y="588893"/>
        <a:ext cx="1276659" cy="605569"/>
      </dsp:txXfrm>
    </dsp:sp>
    <dsp:sp modelId="{453B2DBB-56CE-450C-8D2E-45FB54A4739D}">
      <dsp:nvSpPr>
        <dsp:cNvPr id="0" name=""/>
        <dsp:cNvSpPr/>
      </dsp:nvSpPr>
      <dsp:spPr>
        <a:xfrm>
          <a:off x="5116600" y="1698757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Faster investigations </a:t>
          </a:r>
        </a:p>
      </dsp:txBody>
      <dsp:txXfrm>
        <a:off x="5149360" y="1731517"/>
        <a:ext cx="1276659" cy="605569"/>
      </dsp:txXfrm>
    </dsp:sp>
    <dsp:sp modelId="{58D52639-C49F-4D06-A8CE-FD54BAD050C4}">
      <dsp:nvSpPr>
        <dsp:cNvPr id="0" name=""/>
        <dsp:cNvSpPr/>
      </dsp:nvSpPr>
      <dsp:spPr>
        <a:xfrm>
          <a:off x="5173252" y="3234752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Stronger case integrity </a:t>
          </a:r>
        </a:p>
      </dsp:txBody>
      <dsp:txXfrm>
        <a:off x="5206012" y="3267512"/>
        <a:ext cx="1276659" cy="605569"/>
      </dsp:txXfrm>
    </dsp:sp>
    <dsp:sp modelId="{7AEF2686-41ED-4BE4-8C38-9CC5D177B83B}">
      <dsp:nvSpPr>
        <dsp:cNvPr id="0" name=""/>
        <dsp:cNvSpPr/>
      </dsp:nvSpPr>
      <dsp:spPr>
        <a:xfrm>
          <a:off x="4385793" y="4290666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Improved trust in record keeping </a:t>
          </a:r>
        </a:p>
      </dsp:txBody>
      <dsp:txXfrm>
        <a:off x="4418553" y="4323426"/>
        <a:ext cx="1276659" cy="605569"/>
      </dsp:txXfrm>
    </dsp:sp>
    <dsp:sp modelId="{7F9AE424-D6ED-40E2-9511-C4000FCABB1E}">
      <dsp:nvSpPr>
        <dsp:cNvPr id="0" name=""/>
        <dsp:cNvSpPr/>
      </dsp:nvSpPr>
      <dsp:spPr>
        <a:xfrm>
          <a:off x="2749990" y="4914529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lgerian" panose="04020705040A02060702" pitchFamily="82" charset="0"/>
            </a:rPr>
            <a:t>Future</a:t>
          </a:r>
          <a:r>
            <a:rPr lang="en-US" sz="1200" kern="1200" dirty="0"/>
            <a:t>:</a:t>
          </a:r>
        </a:p>
      </dsp:txBody>
      <dsp:txXfrm>
        <a:off x="2782750" y="4947289"/>
        <a:ext cx="1276659" cy="605569"/>
      </dsp:txXfrm>
    </dsp:sp>
    <dsp:sp modelId="{653D9872-6106-4B16-A97B-2109D6950797}">
      <dsp:nvSpPr>
        <dsp:cNvPr id="0" name=""/>
        <dsp:cNvSpPr/>
      </dsp:nvSpPr>
      <dsp:spPr>
        <a:xfrm>
          <a:off x="1322448" y="4459997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Database integration </a:t>
          </a:r>
        </a:p>
      </dsp:txBody>
      <dsp:txXfrm>
        <a:off x="1355208" y="4492757"/>
        <a:ext cx="1276659" cy="605569"/>
      </dsp:txXfrm>
    </dsp:sp>
    <dsp:sp modelId="{C472F143-89D9-4591-A040-110B3A2F2A67}">
      <dsp:nvSpPr>
        <dsp:cNvPr id="0" name=""/>
        <dsp:cNvSpPr/>
      </dsp:nvSpPr>
      <dsp:spPr>
        <a:xfrm>
          <a:off x="447710" y="3215771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Cloud backup </a:t>
          </a:r>
        </a:p>
      </dsp:txBody>
      <dsp:txXfrm>
        <a:off x="480470" y="3248531"/>
        <a:ext cx="1276659" cy="605569"/>
      </dsp:txXfrm>
    </dsp:sp>
    <dsp:sp modelId="{2D13B132-B91A-424C-90AB-8D3F8D5B4C9E}">
      <dsp:nvSpPr>
        <dsp:cNvPr id="0" name=""/>
        <dsp:cNvSpPr/>
      </dsp:nvSpPr>
      <dsp:spPr>
        <a:xfrm>
          <a:off x="447710" y="1698757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Encryption of evidence </a:t>
          </a:r>
        </a:p>
      </dsp:txBody>
      <dsp:txXfrm>
        <a:off x="480470" y="1731517"/>
        <a:ext cx="1276659" cy="605569"/>
      </dsp:txXfrm>
    </dsp:sp>
    <dsp:sp modelId="{56760E3B-5019-4487-913F-7FDEC5B4F971}">
      <dsp:nvSpPr>
        <dsp:cNvPr id="0" name=""/>
        <dsp:cNvSpPr/>
      </dsp:nvSpPr>
      <dsp:spPr>
        <a:xfrm>
          <a:off x="1339389" y="471467"/>
          <a:ext cx="1342179" cy="671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volini" panose="03000502040302020204" pitchFamily="66" charset="0"/>
              <a:cs typeface="Cavolini" panose="03000502040302020204" pitchFamily="66" charset="0"/>
            </a:rPr>
            <a:t>Multi-agency acces</a:t>
          </a:r>
          <a:r>
            <a:rPr lang="en-US" sz="1100" kern="1200" dirty="0"/>
            <a:t>s</a:t>
          </a:r>
        </a:p>
      </dsp:txBody>
      <dsp:txXfrm>
        <a:off x="1372149" y="504227"/>
        <a:ext cx="1276659" cy="605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6B9CD-C4E0-4C93-9274-F3F4B4ED39E8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081AE-7C2E-43D5-996A-7DC133B416B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848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81AE-7C2E-43D5-996A-7DC133B416B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139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D449-CFA6-68D7-6718-B96ACF563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74FCD-7CD0-7AE3-9282-22A94BC67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F2AC-537D-5138-CAED-C8399960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51B6F-4BDC-B8CA-5CB6-C386E24F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BAED-5415-30D0-02F2-58F1B968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568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3C9F-9FDD-B852-5DAA-88D835FA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8D808-D7CB-D2B5-8E10-827F43C50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45241-573A-60DD-C354-0D08C1FC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82D2D-6D70-12B7-168A-7C4CC590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DB45-65EC-D7C3-B34C-E150AAE1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902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0F97-DEB0-1F83-6D2B-2029EE40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31404-CBA2-8B4C-156E-1EA2604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0B55-04B3-8B53-8323-E834C3F7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3EC96-E379-E492-40ED-8EE89D8A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9ADB0-D0F7-78C1-1913-FD2EEE92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706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EBCE-E74F-2A32-9B8C-57C6EB8E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C72D-A02B-DD01-08C7-D494781FE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BCCA-C645-739B-3048-7E9627118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22235-97B7-B56E-4950-3F5E2901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C054F-5598-84DB-2281-9E17D28F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11E33-A4BC-8CF9-7002-E3BDAC31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848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9CBE-A8C8-55EF-A3D4-DCD06ABC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ED9CE-9B6D-CDD2-E693-BE17F9D1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570C-1312-4FB1-779E-DB99DEB3E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09330-2FB6-D8C8-6FF6-9D835E21F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C4B25-C487-6BAD-6E6D-6DAE90B99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9CC84-4EEF-43FC-FAA8-AA1520B8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38D26-BAB1-2B0D-F48D-FA015772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A7BCC-1D61-0BBA-9096-73496FDA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485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CF5C-3262-11B5-A18D-53F26AE1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6B67F-241A-AC1D-67B7-BA8DCAE4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1F45E-5288-A854-37B5-68D75FE7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7849E-A5C5-4A2A-4E2B-3D0EE7EE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77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3308F-14EB-9287-C163-FAB552A4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C622C-9F38-1D61-1EB3-AB690BC3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33957-6139-1C67-2F0D-E360BD3E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094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4C7A-BA1F-A528-DCDE-B2CE77AE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6274B-0765-906B-C70C-BD76808C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484D7-0622-89E0-0A22-14B64366D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CF686-8D62-D117-3FB9-B7D0F093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BF158-97EA-75A3-99C7-AB84E01A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7AB13-F650-7BBB-AA57-6561F4AF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418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6C1C-5210-19AA-6BD6-734F6B2E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D28E0-C9CC-A5EA-BA44-9B4810406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3A127-E4B7-0468-D55F-9D5E1CCD8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017A5-4B35-B7AC-4C3A-D9A7B2B3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63AF8-12C4-D84F-2F58-3C91201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9EE65-C6F9-C5C1-53FA-45DE8B4E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952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9241-12BC-1B9A-ED99-5764A746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9E345-221D-4C5C-F772-9553AE014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BCFF7-FE28-DB20-C3A6-3ABB42C34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42228-FD2E-6EBB-3FA1-57C618CBD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E4275-6226-D342-9DAE-332B3618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980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4BABC-59A4-250F-BAA6-6EE2531B2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7817A-62CB-B8DD-C8EB-F409D9725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86EC0-B400-FADA-FB5B-D28C96C7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318D9-F768-9DE4-9A94-24E1101D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2F9C-A5A6-2AE4-DBC5-2A8541CF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790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0D367-56E2-57AF-0E5D-6FDFC875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88C8-FC2D-10BB-DD7A-53C434302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266C-3B67-2AE2-D6D4-97CB74E96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5BEA7-F791-411C-A268-4B5047CF878A}" type="datetimeFigureOut">
              <a:rPr lang="en-ZA" smtClean="0"/>
              <a:t>2026/05/24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6BCE9-0FC9-FC05-1564-1679928D9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C76A0-7F0C-3E71-2742-4C6F4057F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48DBC-748E-495D-A272-7F51003D2F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85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9.xml"/><Relationship Id="rId7" Type="http://schemas.openxmlformats.org/officeDocument/2006/relationships/diagramQuickStyle" Target="../diagrams/quickStyle1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-mX4U-uHA9Uz5xcgFfu9EpBDtl5Lojx/view?usp=sharing" TargetMode="External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Green Lock In A 3D Electronic System">
            <a:extLst>
              <a:ext uri="{FF2B5EF4-FFF2-40B4-BE49-F238E27FC236}">
                <a16:creationId xmlns:a16="http://schemas.microsoft.com/office/drawing/2014/main" id="{94D362A4-9B81-EC1B-2EA7-6A7051A2E7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6095" y="-1523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F90B2-483D-12FD-23E6-981A7FDCF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4" y="554845"/>
            <a:ext cx="9237134" cy="2696355"/>
          </a:xfrm>
        </p:spPr>
        <p:txBody>
          <a:bodyPr anchor="t">
            <a:normAutofit/>
          </a:bodyPr>
          <a:lstStyle/>
          <a:p>
            <a:pPr algn="l"/>
            <a:r>
              <a:rPr lang="en-ZA" sz="5200">
                <a:solidFill>
                  <a:srgbClr val="FFFFFF"/>
                </a:solidFill>
                <a:latin typeface="Algerian" panose="04020705040A02060702" pitchFamily="82" charset="0"/>
              </a:rPr>
              <a:t>Secure Digital Investigation System</a:t>
            </a:r>
            <a:endParaRPr lang="en-ZA" sz="5200" dirty="0">
              <a:solidFill>
                <a:srgbClr val="FFFFFF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8BF76-D162-6915-B07E-2B0FB71B5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23" y="2243667"/>
            <a:ext cx="4998157" cy="1718733"/>
          </a:xfrm>
        </p:spPr>
        <p:txBody>
          <a:bodyPr anchor="b">
            <a:normAutofit/>
          </a:bodyPr>
          <a:lstStyle/>
          <a:p>
            <a:pPr algn="l"/>
            <a:r>
              <a:rPr lang="en-ZA">
                <a:solidFill>
                  <a:schemeClr val="bg2"/>
                </a:solidFill>
                <a:latin typeface="Bell MT" panose="02020503060305020303" pitchFamily="18" charset="0"/>
              </a:rPr>
              <a:t>A Secure, Structured and Tamper-Proof Evidence Management Platform</a:t>
            </a:r>
            <a:endParaRPr lang="en-ZA" dirty="0">
              <a:solidFill>
                <a:schemeClr val="bg2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80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033A3-19FC-0796-9FD2-EAB14EE3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T</a:t>
            </a:r>
            <a:r>
              <a:rPr lang="en-ZA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he Problem: Missing &amp; Lost Dockets</a:t>
            </a:r>
            <a:endParaRPr lang="en-US" sz="3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f10a1294b0fa9126aeb7979bc5495bf8_1779598742276">
            <a:hlinkClick r:id="" action="ppaction://media"/>
            <a:extLst>
              <a:ext uri="{FF2B5EF4-FFF2-40B4-BE49-F238E27FC236}">
                <a16:creationId xmlns:a16="http://schemas.microsoft.com/office/drawing/2014/main" id="{2E941976-604D-A4FB-4A60-D12999BC5FE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148"/>
                  <p14:fade in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73490" y="0"/>
            <a:ext cx="5718510" cy="665479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ext Placeholder 3">
            <a:extLst>
              <a:ext uri="{FF2B5EF4-FFF2-40B4-BE49-F238E27FC236}">
                <a16:creationId xmlns:a16="http://schemas.microsoft.com/office/drawing/2014/main" id="{9FE8051C-3A78-8416-B070-FB5A591A8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695205"/>
              </p:ext>
            </p:extLst>
          </p:nvPr>
        </p:nvGraphicFramePr>
        <p:xfrm>
          <a:off x="897769" y="1909192"/>
          <a:ext cx="4586513" cy="3647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839643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9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56E036-7451-530E-9C3A-D7A351C39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17103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F2018-D98D-418C-BF64-E4C41933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4163726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b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How We Eliminate Lost Dockets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F164BB5E-4645-426E-2DC5-A951FA2CF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53150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83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149CDD-7E00-8A19-B52E-E952B04F79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13818C2-ACC2-32FE-DC4F-9A44883417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94" b="-1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AD683-5B9B-AADB-77A3-1D9C25B5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Security &amp; Access Control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28AD3-90F6-D579-8BC5-6820B82B6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Prevents unauthorized access.</a:t>
            </a:r>
            <a:b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</a:b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-Validates every user login.</a:t>
            </a:r>
            <a:b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</a:b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- Multi-layer access control system .</a:t>
            </a:r>
            <a:b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</a:b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-Only verified users can modify data</a:t>
            </a:r>
            <a:b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</a:b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- Logs record every action permanently</a:t>
            </a:r>
            <a:b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</a:b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-Evidence cannot be secretly modified</a:t>
            </a:r>
            <a:b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</a:br>
            <a:r>
              <a:rPr lang="en-US" sz="1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- Full transparency of all case activity</a:t>
            </a:r>
          </a:p>
        </p:txBody>
      </p:sp>
    </p:spTree>
    <p:extLst>
      <p:ext uri="{BB962C8B-B14F-4D97-AF65-F5344CB8AC3E}">
        <p14:creationId xmlns:p14="http://schemas.microsoft.com/office/powerpoint/2010/main" val="245122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BBCA1E-6184-75EA-5536-40DC41EC5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76" b="35277"/>
          <a:stretch>
            <a:fillRect/>
          </a:stretch>
        </p:blipFill>
        <p:spPr>
          <a:xfrm>
            <a:off x="0" y="67093"/>
            <a:ext cx="1219198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7BB5878-F269-4AF0-3469-965FA030A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27" y="355601"/>
            <a:ext cx="4038562" cy="5069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Cavolini" panose="03000502040302020204" pitchFamily="66" charset="0"/>
              </a:rPr>
              <a:t>CONCLUSION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Cavolini" panose="03000502040302020204" pitchFamily="66" charset="0"/>
              </a:rPr>
            </a:b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Cavolini" panose="03000502040302020204" pitchFamily="66" charset="0"/>
              </a:rPr>
              <a:t>Impact on Justice System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" name="Text Placeholder 5">
            <a:extLst>
              <a:ext uri="{FF2B5EF4-FFF2-40B4-BE49-F238E27FC236}">
                <a16:creationId xmlns:a16="http://schemas.microsoft.com/office/drawing/2014/main" id="{4E3D1C64-8BC1-2B5F-224C-B83B61E88E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896980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6236101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E10A3-A8D2-E5C6-9E52-B9083D657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6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raphic 50" descr="Handshake">
            <a:extLst>
              <a:ext uri="{FF2B5EF4-FFF2-40B4-BE49-F238E27FC236}">
                <a16:creationId xmlns:a16="http://schemas.microsoft.com/office/drawing/2014/main" id="{6A0A0743-816C-7987-194D-EAF552FFD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1053" y="953955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031DD0-3B34-6876-CAC3-30229F82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2B0D423B-A63D-CC67-9966-2F9EBB9C88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Thank you for your time and consideration</a:t>
            </a:r>
            <a:r>
              <a:rPr lang="en-US" b="1" dirty="0"/>
              <a:t>.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believe this system is a step forward in modernizing criminal case management and strengthening trust in justice systems.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We Leave You With a</a:t>
            </a:r>
            <a:r>
              <a:rPr lang="en-US" dirty="0"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future where</a:t>
            </a:r>
            <a:r>
              <a:rPr lang="en-US" dirty="0">
                <a:latin typeface="Cavolini" panose="03000502040302020204" pitchFamily="66" charset="0"/>
                <a:cs typeface="Cavolini" panose="03000502040302020204" pitchFamily="66" charset="0"/>
              </a:rPr>
              <a:t>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docket is ever lost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case is fully traceable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Justice is faster, safer, and more reliable</a:t>
            </a:r>
            <a:br>
              <a:rPr lang="en-US" dirty="0"/>
            </a:br>
            <a:br>
              <a:rPr lang="en-US" dirty="0"/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Secure today. Justice tomorrow!!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7EADC-6DA8-51B8-3F9F-C0145A5680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Project Video Submission</a:t>
            </a:r>
          </a:p>
          <a:p>
            <a:endParaRPr lang="en-US" dirty="0"/>
          </a:p>
          <a:p>
            <a:r>
              <a:rPr lang="en-US" dirty="0"/>
              <a:t>Please click this link below to watch our video presentation/project pitch: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https://drive.google.com/file/d/1B-mX4U-uHA9Uz5xcgFfu9EpBDtl5Lojx/view?usp=sharing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73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269</Words>
  <Application>Microsoft Office PowerPoint</Application>
  <PresentationFormat>Widescreen</PresentationFormat>
  <Paragraphs>38</Paragraphs>
  <Slides>9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Aptos</vt:lpstr>
      <vt:lpstr>Aptos Display</vt:lpstr>
      <vt:lpstr>Arial</vt:lpstr>
      <vt:lpstr>Bell MT</vt:lpstr>
      <vt:lpstr>Calibri</vt:lpstr>
      <vt:lpstr>Cavolini</vt:lpstr>
      <vt:lpstr>MV Boli</vt:lpstr>
      <vt:lpstr>Office Theme</vt:lpstr>
      <vt:lpstr>Secure Digital Investigation System</vt:lpstr>
      <vt:lpstr>The Problem: Missing &amp; Lost Dockets</vt:lpstr>
      <vt:lpstr>PowerPoint Presentation</vt:lpstr>
      <vt:lpstr>How We Eliminate Lost Dockets</vt:lpstr>
      <vt:lpstr>PowerPoint Presentation</vt:lpstr>
      <vt:lpstr>Security &amp; Access Control</vt:lpstr>
      <vt:lpstr>CONCLUSION Impact on Justice System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Mpimo Evangeline Chuma</dc:creator>
  <cp:lastModifiedBy>Mcondisi Nkuna</cp:lastModifiedBy>
  <cp:revision>2</cp:revision>
  <dcterms:created xsi:type="dcterms:W3CDTF">2026-05-24T05:35:13Z</dcterms:created>
  <dcterms:modified xsi:type="dcterms:W3CDTF">2026-05-24T21:09:46Z</dcterms:modified>
</cp:coreProperties>
</file>